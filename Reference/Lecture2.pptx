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ink/ink1.xml" ContentType="application/inkml+xml"/>
  <Override PartName="/ppt/notesSlides/notesSlide19.xml" ContentType="application/vnd.openxmlformats-officedocument.presentationml.notesSlide+xml"/>
  <Override PartName="/ppt/ink/ink2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ink/ink3.xml" ContentType="application/inkml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03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208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0T06:24:58.80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5727 8344 24575,'-18'0'0,"-22"0"0,-7 0 0,4 0 0,-2 0 0,-4-1 0,-3 1 0,0 1 0,-14 1 0,1 3 0,-1 3 0,2 3 0,1 4 0,0 3 0,21-3 0,1 3 0,-3 2 0,-12 9 0,-2 5 0,0 0 0,8-4 0,2 1 0,-4 3 0,9-4 0,-3 4 0,-1 2 0,2-1 0,4-2 0,-6 5 0,4-1 0,1 1 0,-5 5 0,0 1 0,5-2 0,3 0 0,3 0 0,7-5 0,1 2 0,0 3 0,0 6 0,2 2 0,-1 1 0,-1-2 0,0 1 0,2 1 0,4 0 0,1 1 0,4-3 0,-1 4 0,4-4 0,3-2 0,2 2 0,1 11 0,3 1 0,1-4 0,4 0 0,6 6 0,5-1 0,-2-19 0,4-4 0,5-7 0,2-5 0,17 1 0,1-7 0,3-5 0,3-5 0,2-3 0,7-3 0,-9-4 0,2-1 0,-8 1 0,1-1 0,13-2 0,0-3 0,-13-1 0,0-3 0,15-11 0,0-3 0,-10 2 0,0-2 0,-5 3 0,1-2 0,1-1 0,3-3 0,2-1 0,-2 0 0,9-5 0,0-1 0,-7 5 0,2-2 0,-3 2 0,3-3 0,-3 0 0,3-3 0,0 0 0,1-3 0,-1 0 0,-4 1 0,0-1 0,2-4 0,0-2 0,-12 8 0,0 0 0,-1-1 0,9-10 0,0-1 0,-9 8 0,2-2 0,-3 2 0,2-6 0,-3 1 0,1 0 0,-1-1 0,2-6 0,0-2 0,0-1 0,0-2 0,-10 18 0,-1-1 0,0 0 0,9-16 0,-2 2 0,-5 7 0,-2 0 0,3-8 0,-1 1 0,-7 16 0,-1-1 0,7-19 0,-3 3 0,-5 7 0,1-13 0,-11 25 0,-4 13 0,-8 0 0,-7 9 0,-9-4 0,-28-12 0,9 6 0,-14-5 0,22 16 0,-11 3 0,14 7 0,-10-1 0,14 3 0,0 4 0,-2 3 0,-1 4 0,-2 4 0,-16 10 0,12-5 0,-9 6 0,16-9 0,-13 9 0,9-7 0,-9 6 0,16-10 0,6-3 0,5-4 0,8-4 0,2-3 0</inkml:trace>
  <inkml:trace contextRef="#ctx0" brushRef="#br0" timeOffset="1116">6987 7866 24575,'-11'51'0,"-7"8"0,-4-4 0,-5 7 0,7-17 0,-2 2 0,0 0 0,1 1 0,0-1 0,0 0 0,2-4 0,0 0 0,4-4 0,3-3 0,3-4 0,1 13 0,6-19 0,2-13 0,0-7 0</inkml:trace>
  <inkml:trace contextRef="#ctx0" brushRef="#br0" timeOffset="2600">7050 7807 24575,'0'35'0,"0"30"0,0-11 0,1-16 0,0-1 0,4 10 0,1-6 0,4-5 0,1-4 0,1 1 0,2-3 0,-1 1 0,-1-3 0,-2-2 0,-1-4 0,-2-5 0,-1-6 0,-2-2 0,0-3 0,4 9 0,1 0 0,12 35 0,-5-11 0,5 21 0,-6-20 0,-3-3 0,-2-7 0,-4-7 0,-3-1 0,0-11 0,0-1-1696,-2-16 0,1 3 0,-2-5 0</inkml:trace>
  <inkml:trace contextRef="#ctx0" brushRef="#br0" timeOffset="4032">6867 8362 24575,'21'0'0,"3"0"0,7 0 0,4 0 0,1 0 0,1 0 0,0 0 0,-4 1 0,-6 1 0,-5 0 0,-7 1 0,-2 0 0,-4 0 0,0-1 0,-5 0 0,-1 1 0,-2-1 0,-1 0 0</inkml:trace>
  <inkml:trace contextRef="#ctx0" brushRef="#br0" timeOffset="36484">4264 4275 24575,'35'0'0,"-2"0"0,-8 0 0,1 0 0,-1-2 0,-2-10 0,-2-12 0,-6-12 0,-6-9 0,-6-3 0,-10 2 0,-12 4 0,-12 9 0,-10 14 0,-9 10 0,-15 9 0,23 5 0,-1 4 0,-9 3 0,-1 4 0,-5 3 0,1 2 0,1 1 0,3 1 0,9-2 0,2-2 0,-15 12 0,24 6 0,18-1 0,5 21 0,7-25 0,0 2 0,0 7 0,0 2 0,0 5 0,2 1 0,0 0 0,1 0 0,2-4 0,1-2 0,1-8 0,2-3 0,9 11 0,5-18 0,6-13 0,11-7 0,10-6 0,5-4 0,-9-1 0,0-1 0,0 1 0,4-1 0,-4-1 0,1-2 0,-3 0 0,-6 2 0,-2 0 0,14-4 0,-18 5 0,-11 2 0,-9 0 0,-3 0 0,-3 3 0,-2 0 0</inkml:trace>
  <inkml:trace contextRef="#ctx0" brushRef="#br0" timeOffset="37884">3720 4219 24575,'38'0'0,"0"0"0,27 0 0,-13 0 0,1 0 0,-16 0 0,-4 0 0,24 0 0,-25 0 0,-9 0 0,-15 0 0,-4 0 0,0 0 0</inkml:trace>
  <inkml:trace contextRef="#ctx0" brushRef="#br0" timeOffset="38750">5120 4276 24575,'13'3'0,"17"-1"0,17-2 0,12 0 0,-3 0 0,-25 0 0,-11 0 0</inkml:trace>
  <inkml:trace contextRef="#ctx0" brushRef="#br0" timeOffset="39850">4978 4648 24575,'26'-3'0,"3"0"0,14 3 0,-11 0 0,-11 0 0,-10 0 0,-5 0 0,-3 0 0,-1 0 0</inkml:trace>
  <inkml:trace contextRef="#ctx0" brushRef="#br0" timeOffset="41483">6461 4369 24575,'18'0'0,"12"0"0,13 0 0,4 0 0,-6 0 0,-11-3 0,-9-10 0,-9-13 0,-5-11 0,-6-9 0,-6 5 0,-15 9 0,-23 13 0,-20 12 0,26 5 0,1 3 0,2 0 0,1 3 0,-21 11 0,18 16 0,1 9 0,8-4 0,0 3 0,1 3 0,-1 4 0,3 0 0,-5 13 0,2 2 0,5-7 0,1 4 0,2-4 0,2 0 0,2-1 0,-2 10 0,6-9 0,14-22 0,37-13 0,8-18 0,-7-2 0,3-2 0,-5-2 0,-1-1 0,-1-2 0,0-1 0,25-13 0,-13-1 0,4-10 0,-24 12 0,6-6 0,-21 18 0,-7 4 0,-1 2 0</inkml:trace>
  <inkml:trace contextRef="#ctx0" brushRef="#br0" timeOffset="42300">7004 4594 24575,'0'31'0,"0"-19"0,0 10 0</inkml:trace>
  <inkml:trace contextRef="#ctx0" brushRef="#br0" timeOffset="43316">7004 4654 24575,'0'33'0,"0"1"0,0 3 0,0 2 0,0 5 0,0 1 0,0-3 0,0-1 0,0 0 0,0-4 0,0 7 0,0-6 0,0-25 0,0 2 0,0-2 0,1 0 0,-1-7 0,0-2 0</inkml:trace>
  <inkml:trace contextRef="#ctx0" brushRef="#br0" timeOffset="44617">7691 4536 24575,'35'0'0,"1"0"0,5 0 0,17 0 0,3 0 0,-14 0 0,1 0 0,-1 0 0,18 0 0,-3 0 0,-11 0 0,-5 0 0,16 0 0,-23 0 0,-26 0 0,-4 0 0</inkml:trace>
  <inkml:trace contextRef="#ctx0" brushRef="#br0" timeOffset="45500">8000 4296 24575,'0'47'0,"0"-7"0,0-5 0,0 1 0,0 19 0,0-19 0,0-1 0,0 2 0,0-3 0,0 11 0,0-11 0,0-12 0,0-6 0,0-11 0</inkml:trace>
  <inkml:trace contextRef="#ctx0" brushRef="#br0" timeOffset="48700">8850 4289 24575,'40'0'0,"-10"2"0,-18 15 0,-12 22 0,-6 9 0,-7 11 0,-2 4 0,7-18 0,-1 1 0,-1-1 0,-9 16 0,0-5 0,8-20 0,2-5 0,-2 7 0,4-6 0,7-22 0,1-1 0,2-4 0,9 0 0,1-3 0,11-2 0,-1-5 0,3-6 0,1-5 0,0-4 0,-2 3 0,6-1 0,-10 8 0,4-2 0,-11 7 0,-7 2 0,-2 2 0</inkml:trace>
  <inkml:trace contextRef="#ctx0" brushRef="#br0" timeOffset="49617">8782 4074 24575,'0'0'0</inkml:trace>
  <inkml:trace contextRef="#ctx0" brushRef="#br0" timeOffset="51283">9612 4573 24575,'30'0'0,"8"0"0,13 0 0,4-1 0,5-14 0,-30 0 0,-1-6 0,-3-4 0,-4-5 0,-1-5 0,-5-2 0,-4 1 0,-4-1 0,-3 3 0,-4 1 0,-9-24 0,-21 14 0,-19 13 0,-10 13 0,3 8 0,10 8 0,4 14 0,-7 17 0,7 1 0,-1 3 0,11-7 0,2 1 0,-9 7 0,4 1 0,9 9 0,11-7 0,3 8 0,2 3 0,2 5 0,1-2 0,-2 7 0,1 0 0,2-10 0,1 3 0,1-10 0,3-3 0,1-17 0,7-11 0,51-6 0,7-3 0,-20-3 0,7-1 0,-4-1 0,-4 1 0,-2 0 0,13-3 0,-6 0 0,-17 0 0,-13 2 0,-15 1 0</inkml:trace>
  <inkml:trace contextRef="#ctx0" brushRef="#br0" timeOffset="52650">10078 4645 24575,'15'0'0,"9"0"0,10 0 0,-2 0 0,-10 1 0,-11 3 0,-8 9 0,-4 10 0,-4 9 0,-4 4 0,-8 9 0,5-16 0,0 2 0,8-17 0,1-2 0,1 1 0,1-1 0,1 1 0,0-2 0,3 3 0,7-4 0,14 0 0,17-6 0,17-2 0,9-2 0,-4 0 0,-12 0 0,-15 0 0,-14 0 0,-13 0 0,-4 0 0</inkml:trace>
  <inkml:trace contextRef="#ctx0" brushRef="#br0" timeOffset="58317">3604 3706 24575,'0'11'0,"0"5"0,0-6 0,0 5 0,0-6 0,0 0 0,0-3 0,0 0 0,1-2 0,2-1 0,2-3 0,4-6 0,5-4 0,10-2 0,9 1 0,16 4 0,-2 2 0,3 2 0,-12 0 0,-1 1 0,14-2 0,-3 0 0,0 0 0,-15-1 0,-14 3 0,-7-1 0,-4 0 0,1 2 0,12-2 0,-3 1 0,5 0 0,-10 1 0,-5 1 0,1 0 0,7 0 0,-2 0 0,6 0 0,-6 0 0,-1 0 0,-7 0 0,-1 0 0</inkml:trace>
  <inkml:trace contextRef="#ctx0" brushRef="#br0" timeOffset="60284">4045 3430 24575,'17'14'0,"1"4"0,4 7 0,1 3 0,-1-2 0,-3-2 0,-3-5 0,-1-2 0,-4-3 0,-2-3 0,-1-1 0,-2 1 0,2 0 0,1 3 0,3 1 0,0-1 0,0-1 0,-4-3 0,-2-4 0,-3-1 0,-1-1 0,-1-3 0,-1 2 0</inkml:trace>
  <inkml:trace contextRef="#ctx0" brushRef="#br0" timeOffset="64534">4785 9424 24575,'0'0'0</inkml:trace>
  <inkml:trace contextRef="#ctx0" brushRef="#br0" timeOffset="67333">2794 9427 24575,'24'0'0,"10"0"0,20 0 0,7 0 0,6 0 0,-4 0 0,-5 0 0,-6 0 0,-7 0 0,-2 0 0,23 0 0,-9 0 0,-19 0 0,0 0 0,22 0 0,-1 0 0,-3 0 0,-1-2 0,-1 0 0,-14-1 0,0 0 0,21-1 0,-23 1 0,1 0 0,3 1 0,-1 0 0,-5 0 0,1-1 0,15 0 0,0 0 0,-8-1 0,1-1 0,-2 2 0,4 0 0,-3 0 0,3-2 0,0 1 0,18-1 0,1 0 0,-23 1 0,-1-1 0,3 1 0,1-1 0,0 0 0,0 1 0,-8-1 0,0 1 0,-2 1 0,-3 0 0,4-1 0,-6 2 0,-20 2 0,0 0 0,5 0 0,21 0 0,10 0 0,3 0 0,1 0 0,-10 0 0,8 0 0,-4 0 0,3 0 0,-9 0 0,0 0 0,16 0 0,0 0 0,-13 0 0,0 0 0,11 0 0,0 0 0,-13 0 0,-1 0 0,8 0 0,0 0 0,-11 0 0,-1 0 0,9 1 0,1 0 0,9 2 0,2-1 0,3 1 0,3-1 0,-6 0 0,5 0 0,-4-1 0,3 1 0,0-1 0,-12-1 0,1 0 0,-5 0 0,-7 0 0,-5 0 0,23 0 0,-9 0 0,-8 0 0,-5 0 0,-9 1 0,-7 1 0,-6-1 0,9 1 0,22-2 0,-9 0 0,3 0 0,5 0 0,0 0 0,-2 0 0,-1 0 0,14 0 0,-26 0 0,-14 0 0</inkml:trace>
  <inkml:trace contextRef="#ctx0" brushRef="#br0" timeOffset="70118">4741 7177 24575,'0'16'0,"0"15"0,0 22 0,0 12 0,0-29 0,0 1 0,0 0 0,0 1 0,0-2 0,0 2 0,0 25 0,0 1 0,0-16 0,0 0 0,0-3 0,0 2 0,0-3 0,0 0 0,0-1 0,0 12 0,0-1 0,0-14 0,0 1 0,0 21 0,0 0 0,0-27 0,0 0 0,0 11 0,0-1 0,0 14 0,0-1 0,-2 0 0,0-18 0,0 0 0,-4 22 0,3-21 0,0-2 0,-3 13 0,2-6 0,1-3 0,0 1 0,-1 5 0,1-11 0,0 0 0,-3 19 0,3-21 0,0 2 0,-1 2 0,-1-1 0,2-4 0,-1 3 0,-3 27 0,0 2 0,2-26 0,1-1 0,-1 12 0,0-3 0,1 12 0,0 4 0,2-30 0,0 1 0,0 3 0,0 0 0,0 0 0,0-1 0,0-2 0,1-2 0,-1 30 0,1-26 0,-1-1 0,1 19 0,-2 8 0,3-16 0,0-3 0,0-1 0,0 19 0,-2-19 0,0 22 0,-1-16 0,-1-1 0,2-6 0,1-7 0,0-7 0,0-6 0,-1-3 0,0-2 0,1 15 0,1-5 0,0 12 0,0-10 0,0 4 0,0-10 0,0-1 0,0-11 0,0-1 0,0-2 0,0 1 0,0-2 0,0 1 0,0-3 0,0 0 0,0 1 0,0-15 0,-2-11 0,1 2 0,-1-3 0</inkml:trace>
  <inkml:trace contextRef="#ctx0" brushRef="#br0" timeOffset="72150">3748 10227 24575,'14'-11'0,"4"-4"0,7-5 0,-1-1 0,-4 7 0,-9 6 0,-6 5 0</inkml:trace>
  <inkml:trace contextRef="#ctx0" brushRef="#br0" timeOffset="73051">4115 9843 24575,'3'2'0,"0"-1"0</inkml:trace>
  <inkml:trace contextRef="#ctx0" brushRef="#br0" timeOffset="74519">4115 9852 24575,'0'-9'0,"0"-3"0,0-1 0,1 1 0,2 4 0,3 6 0,4 1 0,3-2 0,2-1 0,-1-1 0,2-6 0,-3 2 0,2-6 0,4-4 0,-5 6 0,4-4 0,-7 8 0,-1 0 0,-2 2 0,-2 1 0,-1 1 0,-1 0 0,0 1 0,-1-1 0,0 3 0,-2-1 0</inkml:trace>
  <inkml:trace contextRef="#ctx0" brushRef="#br0" timeOffset="75684">4651 9383 24575,'11'-11'0,"2"0"0,2-4 0,-3 4 0,-4 3 0,-3 3 0,2 1 0,-1 1 0,9-6 0,-3 0 0,9-6 0,-9 4 0,4-3 0,11-13 0,3-3 0,16-14 0,-1-1 0,-15 20 0,-7 3 0,-18 20 0</inkml:trace>
  <inkml:trace contextRef="#ctx0" brushRef="#br0" timeOffset="76700">5351 8718 24575,'23'-20'0,"-9"9"0,7 0 0,-12 8 0,-2-1 0,-1 0 0,-2-1 0,-2 3 0,-1 0 0</inkml:trace>
  <inkml:trace contextRef="#ctx0" brushRef="#br0" timeOffset="78383">5910 8447 24575,'11'-3'0,"2"-4"0,3-5 0,1-4 0,7-8 0,-6 4 0,8-7 0,-6 8 0,8-8 0,-7 9 0,2-1 0,-13 12 0,-4 2 0,-1 0 0,1-1 0,-2 1 0,0 2 0,-2 2 0</inkml:trace>
  <inkml:trace contextRef="#ctx0" brushRef="#br0" timeOffset="270989">5322 8842 24575,'0'0'0</inkml:trace>
  <inkml:trace contextRef="#ctx0" brushRef="#br0" timeOffset="273089">5322 8799 24575,'6'10'0,"0"2"0,0-4 0,0 3 0,3 1 0,-3-2 0,2 2 0,-4 0 0,0-2 0,10 18 0,1 9 0,3 3 0,-3 1 0,-8-15 0,-2-6 0,2 8 0,-3-9 0,2 7 0,0 0 0,-3-6 0,2 3 0,-2-11 0,-1-4 0,-1-2 0,0-1 0,-1 0 0,2 0 0,-2-2 0,1-1 0</inkml:trace>
  <inkml:trace contextRef="#ctx0" brushRef="#br0" timeOffset="274406">5625 9002 24575,'41'0'0,"-5"0"0,6 0 0,17 0 0,6 0-665,-12 0 0,2 0 0,1 0 665,4 0 0,1 0 0,-1 0 0,-1 0 0,-1 0 0,-1 0 0,-4 0 0,0 1 0,-1-2 214,3 1 0,0-1 0,-6 1-214,-2-1 0,-3 0 66,4 0 0,-9 0 0,-22-1 0,-6 2 0</inkml:trace>
  <inkml:trace contextRef="#ctx0" brushRef="#br0" timeOffset="275823">6635 8867 24575,'12'-3'0,"17"0"0,7 3 0,2 0 0,11 0 0,13 0 0,-53 8 0,-6 5 0,-5 4 0,2 5 0,0 13 0,0-5 0,-2 12 0,-4-13 0,-3-5 0,-1-3 0,1-5 0,-3 4 0,2-4 0,-3 8 0,6-11 0,0 3 0,5-6 0,0-1 0,2-3 0,0-3 0</inkml:trace>
  <inkml:trace contextRef="#ctx0" brushRef="#br0" timeOffset="276939">7480 8383 24575,'0'37'0,"0"0"0,0 7 0,0 1 0,0 8 0,0 0 0,0-3 0,0-3 0,0-12 0,0-3 0,0 11 0,0-19 0,0-5 0,0 3 0,0 17 0,0-8 0,0 12 0,0 4 0,0-3 0,1 2 0,0-22 0,0-16 0</inkml:trace>
  <inkml:trace contextRef="#ctx0" brushRef="#br0" timeOffset="278889">7581 8616 24575,'-13'0'0,"-46"1"0,1 6 0,14-1 0,1 1 0,-14 10 0,19 0 0,17-3 0,12 0 0,6-3 0,6 9 0,4 6 0,2-1 0,2 5 0,-3-11 0,1-4 0,1-5 0,0-5 0,7-1 0,2-1 0,14 2 0,24 0 0,-11-1 0,15-2 0,-24-2 0,-5-1 0,-3-2 0,1-4 0,16-15 0,-8 4 0,10-8 0,-10 6 0,-13 9 0,-3-2 0,-16 8 0,-3 1 0,-18-4 0,-1 3 0,-26-7 0,13 4 0,-9-4 0,12 1 0,-2-2 0,-1-1 0,1 2 0,3 3 0,5 3 0,2 4 0,7 2 0,-1 0 0,5 0 0,1 0 0,-1 0 0,5 0 0,-1 0 0</inkml:trace>
  <inkml:trace contextRef="#ctx0" brushRef="#br0" timeOffset="370656">9327 8316 24575,'40'0'0,"7"0"0,7 0 0,-8 0 0,-21-5 0,-12-13 0,-4-22 0,7-23 0,-4 14 0,1 0 0,-3 16 0,-2 1 0,3-4 0,-9 3 0,-48-8 0,-5 10 0,10 13 0,-6-1 0,2 4 0,0 1 0,1 2 0,-18-2 0,3 4 0,8 9 0,6 12 0,18 29 0,8-6 0,0 4 0,-5 8 0,-1 3 0,6-10 0,-2 1 0,1 0 0,0 0 0,-1 1 0,2 1 0,-1 12 0,2 2 0,1-1 0,4-8 0,1-2 0,2 1 0,0 5 0,2 2 0,3-4 0,2 4 0,3-4 0,2-1 0,6-2 0,14 3 0,6-4 0,-6-13 0,5-5 0,11 3 0,2-8 0,13-12 0,-6-13 0,-12-11 0,2-5 0,-4 2 0,1-2 0,15-10 0,1-1 0,-7 5 0,-1 2 0,-1 1 0,-3 3 0,-7 3 0,-1 4 0,12-4-1696,-20 11 0,-12 4 0,-7 1 0</inkml:trace>
  <inkml:trace contextRef="#ctx0" brushRef="#br0" timeOffset="371489">9983 8553 24575,'-2'32'0,"-3"13"0,-3-7 0,-4 4 0,-6 13 0,-2 1 0,0-1 0,-1 0 0,-1 7 0,1-6 0,-3 4 0,14-20 0,8-36 0</inkml:trace>
  <inkml:trace contextRef="#ctx0" brushRef="#br0" timeOffset="372439">10076 8472 24575,'0'15'0,"0"15"0,0 12 0,0 4 0,0 16 0,0-12 0,2-1 0,3-2 0,3-2 0,3-6 0,0-8 0,-1-9 0,0-6 0,-3-7 0,-3-3 0,-2-4 0,-1-1 0,-1-1 0</inkml:trace>
  <inkml:trace contextRef="#ctx0" brushRef="#br0" timeOffset="373205">10147 8971 24575,'0'33'0,"0"1"0,0-1 0,0-13 0,0-9 0</inkml:trace>
  <inkml:trace contextRef="#ctx0" brushRef="#br0" timeOffset="374205">9940 8904 24575,'7'0'0,"4"0"0,2 0 0,2 0 0,0 0 0,-3 0 0,-1 0 0,-3 0 0,-2 1 0,-2 1 0,-3 0 0,-1 0 0</inkml:trace>
  <inkml:trace contextRef="#ctx0" brushRef="#br0" timeOffset="375542">8950 8307 24575,'20'-3'0,"33"0"0,-16 3 0,2 0 0,4 0 0,-1 0 0,24 0 0,-27 0 0,-15 0 0,-11 0 0,-6 1 0,-1 1 0,-3 0 0,-2 0 0</inkml:trace>
  <inkml:trace contextRef="#ctx0" brushRef="#br0" timeOffset="378606">26406 8621 24575,'36'0'0,"28"0"0,-22 0 0,2 0 0,4 0 0,-2 0 0,-9 0 0,-3 0 0,6-2 0,-18-5 0,-17-9 0,-5-23 0,-2-20 0,0 24 0,-5 0 0,-12-8 0,-6 4 0,-27-3 0,8 21 0,-7 7 0,5 11 0,-4 6 0,2 1 0,-6 2 0,1 2 0,-14 1 0,5 4 0,9 17 0,14 17 0,19-12 0,1 6 0,-4 15 0,-1 7-421,5-10 0,0 4 0,0 0 421,1 4 0,0 0 0,2 0 0,1-2 0,2 0 0,2-3 0,2-8 0,1-3 0,2-2 0,0 4 0,3-6 0,9 15 0,27-23 0,-2-22 0,7-3 0,14-2 0,4-2 0,7-2 0,1-1 0,-1-3 0,0-2 0,0-6 0,-2-5 0,1-6 0,-3-6 0,-1-4 0,-3-2 0,-5-1 0,-5 0 631,-11 7 1,-4 2-632,3-8 0,-18 16 0,-10 10 0,-6 6 0</inkml:trace>
  <inkml:trace contextRef="#ctx0" brushRef="#br0" timeOffset="379709">27194 9005 24575,'0'36'0,"0"-1"0,0 17 0,0 1 0,0-15 0,0-1 0,0 6 0,0-5 0,0-16 0,0-11 0,0-2 0,0 0 0,0 0 0,0-1 0,0 1 0,0 1 0,0 7 0,0-1 0,0 26 0,0-16 0,0 12 0,0-20 0,0-4 0,0-7 0,0-1 0</inkml:trace>
  <inkml:trace contextRef="#ctx0" brushRef="#br0" timeOffset="381725">27310 9061 24575,'21'0'0,"17"0"0,12 0 0,4 0 0,-16 0 0,-17 1 0,-12 5 0,-9 4 0,-13 9 0,0-3 0,-8 2 0,4-9 0,1 4 0,-2 7 0,-9 18 0,-3 7 0,-4 5 0,5-8 0,11-13 0,4-10 0,1-10 0,6-4 0,-3-5 0,6-3 0,2-2 0,3-4 0,11-4 0,34-1 0,13 3 0,-12 2 0,2 1 0,2 0 0,5 1 0,-3 2 0,8 1 0,-7 3 0,9 1 0,-13 1 0,-41 4 0,-7 28 0,-5-10 0,-3 20 0,-4-19 0,-4-3 0,-10 1 0,-7-5 0,-19 8 0,-5-3 0,-5 3 0,10-1 0,13-7 0,13-6 0,8-6 0,-19-5 0,7 0 0,-14 0 0,12 0 0,15-3 0,3 2 0,10-1 0</inkml:trace>
  <inkml:trace contextRef="#ctx0" brushRef="#br0" timeOffset="383107">26074 8674 24575,'51'0'0,"3"0"0,5 0 0,-13 0 0,-17 0 0,-11 0 0,4 0 0,34 0 0,-10 0 0,16 0 0,-36 0 0,-11 1 0,-9-1 0,-2 1 0</inkml:trace>
  <inkml:trace contextRef="#ctx0" brushRef="#br0" timeOffset="407056">18907 8422 24575,'21'3'0,"22"0"0,23-3 0,-26 0 0,0 0 0,-2 0 0,-2 0 0,12 0 0,-21-5 0,-19-10 0,-6-24 0,-2-20 0,0 22 0,0-1 0,0-2 0,0 1 0,-3-25 0,-16 10 0,-28 20 0,4 21 0,-7 6 0,-13 1 0,-5 6 0,18 3 0,-2 3 0,-1 10 0,5 8 0,-3 8 0,0 5 0,2 2 0,5-5 0,-2 5 0,6-2 0,-1 7 0,6-4 0,-2 6 0,0 2 0,6 0 0,9-2 0,8 12 0,11-2 0,4-2 0,3 9 0,7-2 0,0-12 0,4 0 0,5-6 0,11-2 0,7-7 0,17 0 0,6-10 0,-5-14 0,2-10 0,3-5 0,-3-10 0,-6-11 0,-4-10 0,-11 1 0,0-5 0,-3 3 0,4-2 0,-2 1 0,9-10 0,-3 4 0,5 3 0,-27 23 0,-2 5 0</inkml:trace>
  <inkml:trace contextRef="#ctx0" brushRef="#br0" timeOffset="407890">19327 8637 24575,'0'10'0,"0"2"0,0 0 0,0 0 0,0-2 0,0-1 0,0-2 0,0 7 0,-8 19 0,-7 5 0,-7 10 0,0 2 0,-3 8 0,-1 2 0,-1 0 0,6-14 0,-1 0 0,1 0 0,0-2 0,-2 8 0,0-3 0,5-9 0,1-2 0,9-26 0,2-15 0,3 0 0,0-5 0</inkml:trace>
  <inkml:trace contextRef="#ctx0" brushRef="#br0" timeOffset="408956">19256 8865 24575,'11'22'0,"11"16"0,-5-8 0,1 1 0,4 6 0,-1 0 0,-1-3 0,-1-2 0,11 21 0,-12-20 0,-7-9 0,7 27 0,-1-3 0,-4-12 0,1 1 0,5 13 0,-1-11 0,-6-14 0,-5-14 0,-4-6 0</inkml:trace>
  <inkml:trace contextRef="#ctx0" brushRef="#br0" timeOffset="410057">19193 9193 24575,'24'0'0,"6"0"0,8 0 0,-4 0 0,-16 0 0,-9 0 0</inkml:trace>
  <inkml:trace contextRef="#ctx0" brushRef="#br0" timeOffset="413489">20482 8520 24575,'0'0'0</inkml:trace>
  <inkml:trace contextRef="#ctx0" brushRef="#br0" timeOffset="413639">20482 8520 24575,'0'0'0</inkml:trace>
  <inkml:trace contextRef="#ctx0" brushRef="#br0" timeOffset="415823">20519 8439 24575,'-1'-7'0,"0"2"0,-1 7 0,2 2 0,4 6 0,3-5 0,3 2 0,-2-1 0,7 36 0,-8-15 0,6 23 0,-9-27 0,0-6 0,-1-11-1696,-2-5 0,1-4 0,-2-1 0</inkml:trace>
  <inkml:trace contextRef="#ctx0" brushRef="#br0" timeOffset="417338">21414 8587 24575,'42'0'0,"2"0"0,9 0 0,-1 0 0,7 0 0,3 0 0,2 1 0,6 0 0,-6-5 0,1-14 0,-7-4 0,-18 6 0,-3-4 0,2-16 0,-7-5 0,-20 8 0,-5-1 0,1-1 0,-2-1 0,-1-28 0,-11 17 0,-22 20 0,-21 26 0,-12 13 0,13 1 0,-1 6 0,-1 0 0,-4-3 0,-1 1 0,2 5 0,-5 9 0,1 6 0,8-2 0,8-2 0,6 3 0,2 5 0,1 6 0,5-2 0,6 0 0,4 0 0,-4 14 0,4 4 0,9-3 0,4-2 0,1-18 0,1-2 0,-1 10 0,5-5 0,17-8 0,16-20 0,-2-10 0,4-2 0,11-3 0,2-2 0,6-1 0,1-1 0,0-2 0,-1 0 0,-8-1 0,-3-1 0,20-5 0,-24 4 0,-22 0 0,-10 6 0,-7-2 0</inkml:trace>
  <inkml:trace contextRef="#ctx0" brushRef="#br0" timeOffset="418205">22737 8868 24575,'0'34'0,"0"0"0,0 5 0,0 0 0,0 4 0,0 0 0,0-2 0,0-3 0,0 22 0,0-23 0,0-17 0,0-12 0</inkml:trace>
  <inkml:trace contextRef="#ctx0" brushRef="#br0" timeOffset="420421">22845 8873 24575,'36'0'0,"4"0"0,1 0 0,-9 2 0,-16 12 0,-17 30 0,-3-11 0,-7 13 0,-3-27 0,3-10 0,-11 1 0,-3 0 0,-13 8 0,-5 3 0,0 6 0,23-13 0,22-2 0,47-11 0,12-2 0,7 1 0,-10 1 0,0 2 0,-8-1 0,3 1 0,-5 1 0,-1 5 0,-6 1 0,7 5 0,-17 2 0,-27-8 0,-3 2 0,0 2 0,-9 12 0,2-7 0,-7 7 0,-17-10 0,-10 4 0,-3-2 0,-4 1 0,0-1 0,-2 0 0,-8 4 0,2-1 0,18-8 0,4-2 0,-16 5 0,30-13 0,9-2 0,0-5 0,4-2 0,-3-7 0,-3-2 0,-3-4 0,0 0 0,3 2 0,4 4 0,3 5 0,3 3 0,0 1 0,-1-3 0,-3-8 0,0 5 0,0-1 0,3 9 0</inkml:trace>
  <inkml:trace contextRef="#ctx0" brushRef="#br0" timeOffset="422939">18264 7704 24575,'41'0'0,"-7"0"0,4 0 0,16 0 0,5 0 0,-14 0 0,2 0 0,-1 0 0,-1 0 0,0 0 0,-1 0 0,13 0 0,-3 0 0,-13 0 0,-3 0 0,11 0 0,-25 0 0,-21 0 0,-18 0 0,-17-1 0,-18-4 0,17 0 0,-2-1 0,-4-3 0,-2-1 0,-1-1 0,0-2 0,4 1 0,1-1 0,-23-8 0,20 6 0,21 7 0,10 5 0</inkml:trace>
  <inkml:trace contextRef="#ctx0" brushRef="#br0" timeOffset="424756">21426 7585 24575,'49'0'0,"-4"0"0,7 0 0,1 0 0,5 0 0,2 0-534,-11 0 1,2 0 0,0 0 0,-2 0 533,14 0 0,-1 0 0,-2 0 0,-10 0 0,-2 0 0,-4 0 342,-3 0 1,-4 0-343,7 0 352,-29 0-352,-13-2 0,-11-4 0,-15-7 1096,-20-13-1096,13 9 0,-6-3 0,-4-1 0,-5-3 0,2 2 0,-4-2 0,0-1 0,-12-5 0,5 2 0,11 6 0,24 10 0,11 7 0</inkml:trace>
  <inkml:trace contextRef="#ctx0" brushRef="#br0" timeOffset="436289">18440 8427 24575,'30'0'0,"10"0"0,10 0 0,-4 0 0,-15 0 0,-12 0 0,-6 0 0,9 0 0,13 0 0,11 0 0,7 0 0,-5 0 0,-12 0 0,-12 0 0,-9 0 0,-8 0 0,-2 0 0</inkml:trace>
  <inkml:trace contextRef="#ctx0" brushRef="#br0" timeOffset="460072">17919 7362 24575,'0'13'0,"0"21"0,0 23 0,0 7 0,0 4 0,0-19 0,0 2 0,-1-4 0,1 3 0,-2-4 0,-1 2 0,-1-3 0,-3 6 0,-2 2 0,-3 6 0,-4 6 0,1-13 0,-2 4 0,-1 3 0,0-1 0,-1 3 0,-1 1 0,0 0 0,0 0-314,1-2 1,-1 0 0,0-1 0,2-3 313,-4 9 0,2-4 0,3-9 306,-3 6-306,9-25 0,7-20 0,2-11 0,2-3 0,6 5 947,12 19-947,0 4 0,2 4 0,7 11 0,2 3 0,5 6 0,0 1 0,0 0 0,2-1 0,-9-13 0,0 0 0,-1-2 0,4 5 0,0-2 0,6 7 0,1 0 0,4 1 0,0-4 0,-8-11 0,0 0 0,9 9 0,-1-3 0,5-1 0,-12-11 0,-12-8 0,-6-5 0,-7-5 0,-4-12 0,-3 3 0,-2-8 0</inkml:trace>
  <inkml:trace contextRef="#ctx0" brushRef="#br0" timeOffset="462522">23368 7295 24575,'5'16'0,"18"25"0,1-3 0,5 4 0,-4-6 0,1 3 0,1 1 0,1 2 0,0 1 0,-1-1 0,-1-3 0,-1 1 0,-2-2 0,5 13 0,-1-1 0,-2-4 0,1 0 0,2 3 0,1 0 0,4 0 0,3 1 0,-10-15 0,2 0 0,0 0-198,2 1 1,1-1 0,0 1 197,1 0 0,1 0 0,-1 0 0,0 0 0,1 0 0,-2-1 0,14 13 0,-2-2 73,-6-6 0,-2-3-73,-8-8 0,-2-2 0,7 8 0,-15-16 0,-7-7 0,-3-5 446,-3-1-446,-1 0 0,-1-1 0,-1 4 0,-1 0 0,-4 10 0,-15 18 0,1-6 0,-6 6 0,-2 2 0,-8 7 0,-3 4 0,-1-1 0,4-4 0,-6 5 0,3-3 0,-6 5 0,5-7 0,-5 6 0,-2 3 0,-1-1 0,3-4 0,5-6-259,-4 0 1,5-6-1,-2 1 259,2-2 0,-1 2 0,0 0 0,3-4 0,-10 14 0,3-4 0,4-5 0,2-1 0,6-7 0,3-2 0,-10 10 0,15-17 0,11-9 0,6-5 0,3-4 0,2-2 0</inkml:trace>
  <inkml:trace contextRef="#ctx0" brushRef="#br0" timeOffset="479388">24542 9848 24575,'0'23'0,"0"13"0,0 11 0,0 11 0,0 0 0,0 1 0,4 2 0,11 3 0,-1-32 0,3-2 0,4 0 0,2-4 0,1-2 0,2-3 0,23 11 0,-2-11 0,1-10 0,4-5 0,9-13 0,-26-3 0,0-2 0,2-6 0,0-3 0,-1-4 0,-1-2 0,-4 0 0,-3 0 0,-4 2 0,-3 0 0,10-29 0,-6-4 0,-12 26 0,-2-2 0,1 0 0,-1-3 0,-2-11 0,-2 0 0,-4 14 0,-2 0 0,-4-8 0,-7 2 0,-20-2 0,-20 9 0,7 17 0,-3 3 0,13 5 0,-1 1 0,-9 0 0,2 1 0,0 4 0,7 2 0,-23 19 0,19 0 0,9-3 0,0 1 0,-2 7 0,11-9 0,6-7 0,7-4 0,0-4 0,1 0 0,-1 0 0,-2 2 0,-10 8 0,-8 11 0,-6 7 0,3 0 0,10-7 0,9-9 0,6-5 0,3-5 0</inkml:trace>
  <inkml:trace contextRef="#ctx0" brushRef="#br0" timeOffset="480522">24623 10083 24575,'27'0'0,"25"0"0,-11 0 0,4 0 0,17 0 0,1 0 0,-15 0 0,-3 0 0,0 0 0,-6 0 0,-12 0 0,-12 0 0,20 0 0,-3 0 0,16 0 0,-16 0 0,-11 0 0,-11 0 0,-4 0 0</inkml:trace>
  <inkml:trace contextRef="#ctx0" brushRef="#br0" timeOffset="481673">16109 8973 24575,'0'0'0</inkml:trace>
  <inkml:trace contextRef="#ctx0" brushRef="#br0" timeOffset="482422">16109 8970 24575,'16'0'0,"15"0"0,21 0 0,11 0 0,-5 0 0,-15 0 0,-16 0 0,-7 0 0,8 0 0,16-4 0,-4 2 0,1-2 0,16-2 0,8 0 0,-43 4 0,-12 2 0,-4 0 0</inkml:trace>
  <inkml:trace contextRef="#ctx0" brushRef="#br0" timeOffset="483790">15961 9459 24575,'41'0'0,"0"0"0,1 0 0,1 0 0,7 0 0,1 0 0,-6 0 0,-2 0 0,21 0 0,-22 0 0,-21 0 0,-7 0 0,-8 0 0,3 0 0,0 0 0,3 0 0,4 0 0,4 4 0,-6-1 0,0 2 0,-3 0 0,-4-2 0,5-1 0,-3-1 0,8 1 0,-7-1 0,2 4 0,-11-2 0,1 1 0,-3-3 0</inkml:trace>
  <inkml:trace contextRef="#ctx0" brushRef="#br0" timeOffset="486906">12159 7790 24575,'45'0'0,"-11"-1"0,3 2 0,10 0 0,2 1 0,4 3 0,-2 2 0,-5 1 0,-4 2 0,17 19 0,-28 16 0,-23-13 0,-6 5 0,-7 12 0,-6 5 0,0-12 0,-3 2 0,-2 0 0,-3 3 0,-2 1 0,-4 3 0,-2 1 0,-5 3 0,0 0 0,-1-2 0,4-6 0,0-2 0,0 0 0,0-1 0,-8 13 0,0-1 0,3-5 0,-8 0 0,18-13 0,32-26 0,40-13 0,10-1 0,5 0 0,-16 0 0,0 2 0,10 1 0,-8 6 0,-18 19 0,-19-5 0,-5 6 0,18-13 0,34 7 0,-17-5 0,4 1 0,6 4 0,0 2 0,-3 0 0,-3 1 0,-11-3 0,-3 0 0,9 20 0,-21 9 0,-25 10 0,-14-12 0,-6-1 0,9-15 0,-3-3 0,-12 9 0,0-7 0,10-17 0,0-5 0,14-8 0,-1 2 0,-41 27 0,-14 10 0,23-16 0,-2 1 0,-10 7 0,-7 4 0,6-4 0,8-5 0,5-4 0,9-4 0,5-3 0,-1 0-1696,20-15 0,8-2 0,0-4 0</inkml:trace>
  <inkml:trace contextRef="#ctx0" brushRef="#br0" timeOffset="489456">13624 8577 24575,'0'17'0,"-2"12"0,-2 18 0,-1 11 0,1 2 0,2-10 0,2-5 0,0-2 0,0 7 0,0 10 0,0-26 0,0 3 0,0 2 0,1 2 0,3 2 0,1-1 0,1-1 0,3-2 0,0-5 0,1-3 0,11 15 0,-6-20 0,-4-16 0,-5-5 0,-4-5 0</inkml:trace>
  <inkml:trace contextRef="#ctx0" brushRef="#br0" timeOffset="491474">13986 8852 24575,'-4'18'0,"2"14"0,2 15 0,0 6 0,0-12 0,-1-14 0,19-9 0,22-8 0,-6-4 0,5-1 0,10-1 0,1-2 0,4 1 0,0-2 0,-3 1 0,0-5 0,9-10 0,-3-5 0,-18 3 0,-2-4 0,8-12 0,-5-4 0,-14 4 0,-5-2 0,2-12 0,-4 0 0,-6 12 0,-2-1 0,-1-7 0,-3 1 0,-6-11 0,-9-3 0,-9 20 0,-5 1 0,-15-11 0,7 20 0,-1 4 0,-17 5 0,-4 7 0,-3 6 0,-2 1 0,7 1 0,8 0 0,0 0 0,-2 0 0,-17 0 0,13 3 0,9 0 0,23 5 0,8 4 0,-12 9 0,-9 10 0,-5 3 0,5-5 0,10-7 0,10-8 0,7-2 0,7 7 0,4 4 0,2 1 0,5 1 0,-6-13 0,4-3 0,-5-8 0,5-1 0,11 0 0,22 0 0,18 0 0,-25 0 0,0 0 0,-1 1 0,0-2 0,0 0 0,-2-2 0,6 0 0,-5-4 0,-28 2 0,12-5 0,-1 1 0,7-2 0,-6 3 0,-5 4 0,-8 2 0,-3 1 0</inkml:trace>
  <inkml:trace contextRef="#ctx0" brushRef="#br0" timeOffset="492874">14802 8403 24575,'31'14'0,"-1"11"0,20 17 0,-12 9 0,-8 6 0,-7 5 0,-12-29 0,-2 4 0,-1 18 0,-2 0 0,-1-14 0,-1-1 0,-1 11 0,-1-4 0,-2-1 0,-2 19 0,-10-11 0,-3 2 0,5-8 0,-2 0 0,-6 12 0,-1-4 0,-2 2 0,11-27 0,1-7 0,5-18 0,-1 0 0,0-1 0,0 0 0,1 0 0,-1-2 0,0 1 0,-1-3 0,2-2 0,0 0 0,3-1 0</inkml:trace>
  <inkml:trace contextRef="#ctx0" brushRef="#br0" timeOffset="587138">20530 344 24575,'0'50'0,"0"1"0,0-5 0,0 4 0,0 3 0,0-1 0,0 2 0,0 2 0,0 1-884,0-5 0,0 2 1,0 0-1,0 0 1,0 0 883,0 0 0,0-1 0,0 1 0,0-1 0,0 0 0,0 12 0,0 0 0,0-1 0,1 0-186,1-3 0,-1-1 0,1-1 0,1 1 186,0-2 0,0 0 0,1-1 0,0 1 0,0 0 0,1 0 0,0 1 0,-1-1 0,1 0 0,0 0 0,0 0 0,-1-1 0,-1-4 0,1-1 0,-1 0 0,-1-2 194,1 13 0,0-2 0,0-2-194,-1-6 0,-1-1 0,1-2 0,1 15 0,-1-2 0,0-7 0,1-3 0,-1-12 0,0-4 2054,1 16-2054,1-22 1816,0-14-1816,1-9 710,14-4-710,21-4 0,5 1 0,18-1 0,9 0 0,2 0 0,-8 0 0,-5 0 0,-4 0 0,2 0 0,8 0-507,-12-1 0,6 1 0,5 0 0,4 0 0,0-1 0,0 1 0,-2-1 0,-4 0 0,-5 0 507,11-1 0,-6 0 0,-3 0 0,0 0 0,5-1 0,-10 1 0,2 0 0,2-1 0,0 1 0,-1-1 0,-2 0 0,-3 0-357,4-2 0,-3 1 0,-2-1 0,-1 0 0,2 0 357,11-2 0,1 1 0,-1 0 0,-1-1 0,-2 1 0,-1 0 0,0 0 0,-1 0-293,-3 0 0,0 0 0,-1 0 0,0 0 293,-2 0 0,0-1 0,0 1 0,3-2 0,1 1 0,3-2 0,1 0 0,-1 0 0,-4 1 0,-5 1 0,-3 0 0,-1 0 0,3-1 0,11-2 0,4 0 0,-2 0 0,-8 1 0,4 1 0,-7 1 0,-7 1 0,-4 1 3715,20-1-3715,-25 2 2106,-15 1-2106,-10 2 1699,-4 0-1699,-1 1 0,11-2 0,31-3 0,-6 2 0,8 0 0,-1 0 0,10 0 0,2 0 0,-7 1 0,2-1 0,-7 2 0,-10 1 0,-6 0 0,7 0 0,-24 0 0,-9 0 0</inkml:trace>
  <inkml:trace contextRef="#ctx0" brushRef="#br0" timeOffset="587957">25122 2940 24575,'25'0'0,"32"0"0,-10 0 0,4 0 0,5 0 0,1 0 0,-2 0 0,-3 0 0,-13-1 0,-6 2 0,0 5 0,-49 34 0,-19 14 0,11-18 0,-3 0 0,-3 4-477,-5 7 0,-5 5 0,-2 1 0,2-1 477,3-7 0,0 0 0,1-2 0,0 0 0,3-3 0,-1 0 0,2-2 0,1-2 0,-2 3 0,1-2 0,2-3 0,-3 3 0,4-6 0,1-1 0,12-22 0,15-11 0,1-4 0</inkml:trace>
  <inkml:trace contextRef="#ctx0" brushRef="#br0" timeOffset="589471">26324 3377 24575,'0'41'0,"0"13"0,0 6 0,0-11 0,0 2 0,0-3 0,1 3 0,3-5 0,5-2 0,10-8 0,16-12 0,11-6 0,2-4 0,-5-2 0,2-3 0,5-4 0,3-3 0,7-4 0,4-3 0,-2-2 0,-6-2 0,-5-4 0,-4-2 0,-1-3 0,1-2-539,13-7 0,3-2 0,-3-4 0,-7-3 539,-15 0 0,-4-3 0,-3-2 0,-2 0 0,8-13 0,-4-1 0,-3 1 105,-5 3 1,-3 1 0,-4 2-106,2-10 0,-6 1 0,-3 10 0,-9-1 0,-14 3 0,-9-3 0,-4 3 0,1 6 0,-3 3 0,-4 0 0,-1 0 0,-5-2 0,-2 2 0,-2 5 0,-5 6 0,-4 4 0,1 3 0,3 2 0,-14-5 0,2 4 811,-7 2 0,9 9-811,21 20 217,1 17-217,13-5 0,-4 5 0,-6 8 0,-3 5 0,1-3 0,0 0 0,1-1 0,3-3 0,-2 1 0,6-6 0,-1-1 0,13-14 0,9-7 0,5 7 0,18 28 0,-3-8 0,9 14 0,-9-29 0,27 8 0,9-3 0,-11-9 0,4-2 0,0-4 0,1-3 0,-1-2 0,1-3 0,1-2 0,-2-1 0,9-2 0,-10-1 0,-37 1 0,-2-1 0</inkml:trace>
  <inkml:trace contextRef="#ctx0" brushRef="#br0" timeOffset="591341">18627 623 24575,'17'-3'0,"13"0"0,11 3 0,1 0 0,-15 8 0,-16 37 0,-14-2 0,-7 5 0,-1-2 0,-4 4 0,0 0 0,-3 5 0,-1 2 0,-2-1 0,-5 4 0,-1-1 0,2-4 0,2-1 0,2-5 0,-1-7 0,10-8 0,25-17 0,32-4 0,-11-4 0,3 0 0,9 2 0,0 1 0,-1-1 0,-2 2 0,-1 4 0,-5 3 0,6 10 0,-12 20 0,-24-27 0,29-2 0,14 0 0,-10-3 0,3 1 0,1 1 0,10 2 0,1 1 0,-3 2 0,-6-2 0,-3 1 0,-11 8 0,-15 13 0,-12 8 0,-7-5 0,-13-2 0,-8-1 0,1 4 0,-3 4 0,-1-6 0,-5-6 0,-1-6 0,9-8 0,1-3 0,-3 2 0,12-17 0,9-9 0,2-6 0,2-17 0,0 14 0,0-10 0</inkml:trace>
  <inkml:trace contextRef="#ctx0" brushRef="#br0" timeOffset="609389">21312 1272 24575,'27'0'0,"12"0"0,15 2 0,-20 2 0,1 2 0,3 3 0,0 4 0,18 11 0,0 3 0,-16-5 0,0 0 0,11 7 0,-2 0 0,-17-10 0,-2-1 0,1 2 0,1-1 0,2 1 0,0 1 0,2 0 0,0 0 0,0-1 0,2 1 0,10 6 0,0-1 0,-13-8 0,1 0 0,21 11 0,0 0 0,-25-14 0,-1 0 0,12 6 0,-1-1 0,11 4 0,-4-2 0,-4-3 0,-1 0 0,3-1 0,3 1 0,3 0 0,1-1 0,1 1 0,0-1 0,1 2 0,-14-5 0,2 1 0,2 0 0,1 0 0,-1 0 0,0-1 0,-3-1 0,-2-1 0,-2 1 0,-1-1 0,20 7 0,-20-5 0,-1-1 0,14 6 0,-5-2 0,14 8 0,-17-8 0,10 6 0,-18-10 0,-1 1 0,1-1 0,21 14 0,-3-2 0,-17-6 0,2-1 0,-6-2 0,-1-2 0,0 0 0,-1-1 0,24 11 0,-9-5 0,-8-3 0,-4-2 0,-3-2 0,0-1 0,8 2 0,-11-4 0,2 0 0,-17-6 0,-2 0 0,4 1 0,14 5 0,14 3 0,-9-3 0,-1 1 0,11 4 0,-1 1 0,-31-9 0,-5-3 0,-2 2 0,-3 1 0,0 3 0,-1-5-1696,-3-7 0,2 0 0,-2-3 0</inkml:trace>
  <inkml:trace contextRef="#ctx0" brushRef="#br0" timeOffset="621456">21712 3198 24575,'0'48'0,"0"4"0,0 13 0,0-6 0,0-9 0,0-6 0,1-20 0,0-2 0,2-13 0,-1-3 0,0-3 0,-1-6 0,0 2 0,-2-5 0</inkml:trace>
  <inkml:trace contextRef="#ctx0" brushRef="#br0" timeOffset="622972">22695 3233 24575,'0'48'0,"0"2"0,0 5 0,0-11 0,0-15 0,-2-18-1696,-2-15 0,1 0 0,0-2 0</inkml:trace>
  <inkml:trace contextRef="#ctx0" brushRef="#br0" timeOffset="624106">23838 3187 24575,'0'14'0,"0"8"0,0 11 0,0-1 0,0-4 0,0-13 0,0-9 0,0-3 0</inkml:trace>
  <inkml:trace contextRef="#ctx0" brushRef="#br0" timeOffset="634773">20884 839 24575,'20'0'0,"24"0"0,-11 0 0,4 0 0,3 0 0,1 0 0,-4 0 0,-3 0 0,10 0 0,-19 0 0,-7 0 0,6-4 0,4 0 0,-2 0 0,-11 1 0,-8 3 0</inkml:trace>
  <inkml:trace contextRef="#ctx0" brushRef="#br0" timeOffset="635807">21154 830 24575,'0'58'0,"0"-6"0,0 5 0,0-9 0,0 2 0,0 1 0,0-1 0,-1 1 0,2-1 0,-1 3 0,0-1 0,0-3 0,1 5 0,1-3 0,0 0 0,0-2 0,0-4 0,1-3 0,-1-5 0,-1-2 0,1 20 0,-1-17 0,1-9 0,0-16 0,-1-7 0,-1-6 0,0-4 0</inkml:trace>
  <inkml:trace contextRef="#ctx0" brushRef="#br0" timeOffset="636739">21023 1921 24575,'31'0'0,"4"0"0,4 0 0,20 0 0,-20 0 0,-4 0 0,-16 0 0,-12 0 0</inkml:trace>
  <inkml:trace contextRef="#ctx0" brushRef="#br0" timeOffset="638072">21934 1084 24575,'37'0'0,"-1"0"0,8 0 0,10 0 0,7 0 0,-2 0 0,8 0 0,-1 0 0,-14 0 0,0 0 0,-10 0 0,0 0 0,-29 0 0,-10 0 0</inkml:trace>
  <inkml:trace contextRef="#ctx0" brushRef="#br0" timeOffset="638956">22224 1111 24575,'0'64'0,"0"-30"0,0 0 0,0 8 0,0 2 0,0 13 0,0 4 0,0-3 0,0 1 0,0 1 0,0-2 0,0-5 0,0-4 0,0-13 0,0-2 0,0 0 0,0 0 0,0 28 0,0-12 0,0-7 0,-1-26 0,1-3 0,-1-15 0</inkml:trace>
  <inkml:trace contextRef="#ctx0" brushRef="#br0" timeOffset="639905">21967 2112 24575,'41'0'0,"0"0"0,6 0 0,-2 0 0,4 0 0,0 0-277,7 0 1,0 0-1,-1 0 277,-6 0 0,-2 0 0,-3 0 54,7 0 1,-7 0 0,-3 0-1,-25 0 1</inkml:trace>
  <inkml:trace contextRef="#ctx0" brushRef="#br0" timeOffset="640855">23018 1409 24575,'13'0'0,"25"0"0,21 0 0,-5 0 0,0 0 0,-17 0 0,-3 0 0,4 0 0,-7 0 0,-20 0 0</inkml:trace>
  <inkml:trace contextRef="#ctx0" brushRef="#br0" timeOffset="641806">23220 1457 24575,'0'23'0,"0"24"0,0-9 0,0 3 0,0 9 0,0 3 0,0 5 0,0 0 0,0 0 0,0 2 0,0-9 0,0 2 0,0-3 0,0 5 0,0 0 0,0 9 0,0-4 0,0-2 0,0-15 0,0-15 0,0-11 0,0-6 0,0-3 0,0-2 0,0-3 0,0-8 0,0 1 0,0-4 0</inkml:trace>
  <inkml:trace contextRef="#ctx0" brushRef="#br0" timeOffset="642673">23052 2467 24575,'51'0'0,"0"0"0,-12 0 0,1 0 0,8 0 0,5 0 0,-7 0 0,18 0 0,-6 0 0,-47 0 0,-4 1 0,-4-1 0,-2 1 0</inkml:trace>
  <inkml:trace contextRef="#ctx0" brushRef="#br0" timeOffset="643805">24924 2925 24575,'0'15'0,"0"-7"0,0-1 0</inkml:trace>
  <inkml:trace contextRef="#ctx0" brushRef="#br0" timeOffset="645038">24584 3012 24575,'3'37'0,"10"12"0,-2 2 0,7-1 0,-11-34 0,-2-1 0,-3-8 0,-1-1 0,0-1 0,-1-2 0,1-2 0</inkml:trace>
  <inkml:trace contextRef="#ctx0" brushRef="#br0" timeOffset="646405">23898 1808 24575,'14'0'0,"22"0"0,20 0 0,-19 0 0,0 0 0,1 0 0,-3 0 0,17 0 0,-24 0 0,-17 0 0</inkml:trace>
  <inkml:trace contextRef="#ctx0" brushRef="#br0" timeOffset="648088">24069 1808 24575,'0'22'0,"0"13"0,0 21 0,0 10 0,0-1 0,0-5 0,0-7 0,0-15 0,0 0 0,0 18 0,0-22 0,0-1 0,0-2 0,0-8 0,0-11 0,0 0 0,0-7 0,0 1 0,0 7 0,2 13 0,0 13 0,1 11 0,1 3 0,-1-20 0,-2-6 0,0-20 0,1-1 0,-1-3 0,0 1 0,0 0 0,1 0 0,0 3 0,-1 11 0,-1 28 0,0-11 0,0 13 0,0-31 0,0-9 0,0-3 0</inkml:trace>
  <inkml:trace contextRef="#ctx0" brushRef="#br0" timeOffset="649338">23906 2906 24575,'39'0'0,"4"0"0,-1 0 0,-7 0 0,-7 0 0,-2 0 0,-7 0 0,4 0 0,-11 0 0,-4 0 0,-2 0 0,-1 0 0,8 0 0,20 0 0,-8 0 0,13 0 0,-24 0 0,-6 0 0,-4 0 0</inkml:trace>
  <inkml:trace contextRef="#ctx0" brushRef="#br0" timeOffset="676957">6231 17529 24575,'0'-49'0,"0"-17"0,0 24 0,0-4 0,2-8 0,1-4 0,3-6 0,3-2-353,-1 19 0,1 0 0,1-1 353,2-5 0,2-1 0,1-1 0,2-3 0,1 0 0,2-1 0,-3 12 0,0-1 0,2-1 0,2-3 0,0 4 0,2-2 0,1-3 0,2 0 0,1 0 0,1 1 0,2-2 0,1 0 0,2-1 0,-1 1 0,1 0 0,-1 1 0,-2 2 0,-1 1 0,0 0 0,1 0 0,1 0 0,2-2 0,3 1 0,2-2 0,2 0 0,0-1 0,1 2 0,-2 3 0,-2 4 0,8-8 0,-3 6 0,1 1 0,4-4 0,-5 5 0,4-4 0,1-1 0,0 0 0,-1 3 0,-3 5 0,1 1 0,-1 3 0,-2 3 0,2 0 0,0 0 0,-1 1 0,2 0 0,2 1 0,8-3 0,2 0 0,2 1 0,-2 1 0,-7 4 0,0 1 0,0 0 0,4-2-344,-7 4 0,4-1 0,0-2 0,1 1 0,-1 1 0,-3 1 344,9-4 0,-3 3 0,0 0 0,1 0 0,-6 3 0,3 0 0,-1 0 0,-1 0 0,-3 3-191,9-4 1,-4 1 0,0 1 190,6-4 0,1 1 0,0 1-32,-4 4 0,0 0 0,4 1 32,-2 2 0,2 1 0,2 1 0,0-1 0,-1 0 0,1 0 0,0 0 0,0 1-125,4 1 1,1 0 0,-1 1 0,-4 2 124,0 0 0,-4 2 0,4 1 0,-3 2 0,4 0 0,0 1 0,-3 1 0,0 0 0,-2 1 0,2 0 0,-3 1 0,3 1 0,-1-1 0,-5 2 591,-4 1 0,-4 0 0,1 1-591,1 0 0,1 0 0,0 0 0,1 1 0,1 2 0,1 0 0,5 3 0,1 1 0,1 2-187,2 2 0,2 1 0,-1 3 187,2 1 0,1 3 0,2 2 0,-14-3 0,3 1 0,0 2 0,0-1 0,-5 0 0,12 4 0,-4-1 0,2 4 0,-9-4 0,4 4 0,0 1 0,-2-1 0,-7-2 0,-3 0 0,-6-1 0,2 1 0,10 8 0,2 3 0,-3-1-164,5 6 0,-2 1 164,-14-12 0,1 0 0,1 1 0,5 3 0,0 1 0,1 1 0,3 1 0,1 1 0,3 3 0,-9-7 0,4 3 0,1 2 0,-1-1 0,-3-2 0,1 1 0,-3-2 0,0 1 0,2 2-75,1 1 0,2 2 1,1 2-1,-2-1 1,-4-2 74,-4-2 0,-3-2 0,-1 0 0,0 2 0,3 1 0,-1 2 0,0-1 0,-1 1 0,-1 0 0,-1 0 0,-1 1 0,0-1-184,8 13 1,-1 0 0,-2 0 183,-2-4 0,-2 1 0,1 3 0,-7-10 0,1 4 0,1 1 0,-1-1 0,-1-2 0,6 14 0,-2-3 0,1 3 0,-1-3 0,2 5 0,-2-2 0,-2-3 0,-2-3 0,-3-3 0,-1-1 0,-1 0 0,-1-1 0,0 0 300,-3-3 0,1-1 0,-2-1-300,7 16 0,-3-3 213,-2-8 1,-2-4-214,7 17 1688,-9-22-1688,-5-12 1086,-5-12-1086,-3 0 225,-1-5-225,0-2 0,0 1 0,0-1 0,0 0 0,0 4 0,0 5 0,0 14 0,0-9 0,0 9 0,0-10 0,0-6 0,0 35 0,0-23 0,0 22 0,0-27 0,0-6 0,0-6 0,0-6 0,0-12 0,0 3 0,0-7 0</inkml:trace>
  <inkml:trace contextRef="#ctx0" brushRef="#br0" timeOffset="679739">11058 17323 24575,'2'-8'0,"1"-9"0,1-6 0,-5-3 0,-14 5 0,-16 11 0,-8 12 0,-1 16 0,14 13 0,11 11 0,9-1 0,5-8 0,3-10 0,6-9 0,5-9 0,6-7 0,2-12 0,-2-11 0,-5-6 0,-10 4 0,-3 17 0,-6 17 0,5 6 0,2-3 0,5-13 0,5-14 0,2-11 0,-1-4 0,-5 11 0,-17 47 0,2 1 0,-9 27 0,10-26 0,4-15 0,0-7 0,0-4 0,0-2 0,0 0 0</inkml:trace>
  <inkml:trace contextRef="#ctx0" brushRef="#br0" timeOffset="686556">9869 13441 24575,'0'43'0,"0"1"0,0 8 0,0 4 0,0 7 0,0 4-1315,1-7 1,-1 2-1,1 3 1,0 2 1314,0-6 0,1 3 0,-1 0 0,2 2 0,-1 1-445,1-7 0,0 2 0,1 0 0,-1 0 0,2 1 0,-1 0 445,1 0 0,1 0 0,0 1 0,0 0 0,1 0 0,0 0 0,-1-7 0,0 0 0,0 1 0,0-1 0,1 0 0,0 0 0,-1-1 0,2 5 0,-1 1 0,1-2 0,0 1 0,0-2 0,-1-1 18,2 6 1,0-1 0,-1-1 0,1-1-1,-1-2-18,2 6 0,-1-2 0,0-1 0,0-3-143,0-7 0,0-1 0,-1-3 0,1 0 143,1 8 0,0-3 0,0-1 925,2 14 1,1-2-926,-2-3 0,-1-2 0,0-6 0,-1-1 1702,1-3 1,-1-1-1703,1-1 0,1-1 1055,-1-2 1,1 0-1056,0-3 0,0 0 461,-1-6 1,2 0-462,0-1 0,1-2 117,4 5-117,0-8 0,-11-20 0,-2-4 0,0 2 0,1-1 0,-1-1 0,-1 0 0,-1-1 0,0-8 0,-1 4 0,1-6 0</inkml:trace>
  <inkml:trace contextRef="#ctx0" brushRef="#br0" timeOffset="687522">9437 12250 24575,'-3'1'0,"-1"27"0,-2 5 0,-2 5 0,-1 17 0,-1 5 0,1-13 0,-1 3 0,1-1 0,0 0 0,0 0 0,1-2 0,-1 14 0,3-4 0,0-12 0,3-6 0,3 1-1696,0-27 0,0-13 0,0-4 0</inkml:trace>
  <inkml:trace contextRef="#ctx0" brushRef="#br0" timeOffset="688471">9562 12237 24575,'0'38'0,"3"4"0,4 10 0,2 3 0,-1-18 0,1 0 0,5 11 0,0-1 0,3 3 0,-2-11 0,-3-12 0,-3-8 0,-2-6 0,-4-6 0,-2-3 0</inkml:trace>
  <inkml:trace contextRef="#ctx0" brushRef="#br0" timeOffset="689489">9430 12683 24575,'8'0'0,"0"0"0,2 0 0,3 0 0,11 0 0,9-4 0,6-1 0,-1 1 0,-8 1 0,-10 3 0,-7 1 0,-7 1 0,-3-1 0,-3 1 0</inkml:trace>
  <inkml:trace contextRef="#ctx0" brushRef="#br0" timeOffset="694838">10510 17743 24575,'38'-49'0,"-7"11"0,9-10 0,1-3 0,-5 7 0,-7 7 0,-3 4 0,2-3 0,9-10 0,6-6 0,-4 4 0,-10 14 0,-7 9 0,-7 7 0,6-4 0,26-23 0,-14 12 0,1-1 0,-3 5 0,0 0 0,6-6 0,-2 0 0,-10 12 0,-1 0 0,7-9 0,1-1 0,-3 3 0,0-1 0,11-14 0,0-2 0,-10 11 0,0 0 0,10-13 0,1-3 0,-6 6 0,1-2-207,-9 11 1,1-2-1,0 1 207,0-3 0,1 0 0,0 0 0,1-2 0,0 0 0,0 0 0,-3 3 0,1 0 0,-1 0 0,1-2 0,0-1 0,-1 1 0,-1 2 0,-1 0 0,1-2 0,9-14 0,1-3 0,-2 4 0,-8 12 0,-1 3 0,2-4 0,1-2 0,3-3 0,-1 0 0,-2 5 0,5-11 0,-1 3 0,-5 8 0,0-3 0,-1 4 0,1-5 0,-1 2 0,0-2 0,1-1 0,1-3 0,1 1 0,0 0 0,3-1 0,-3 10 0,2-1 0,-1 3 0,2-1 0,0 2 0,7-3 0,-3 6 0,0 4 0,-9 11 0,-6 6 620,-2 2-620,3 0 0,1-1 0,0 1 0,2 4 0,-10 5 0,1 3 0,-9 1 0,0 0 0,0 0 0,0 0 0,0 0 0,0 0 0,4-4 0,-2 0 0,5-3 0,-4 2 0,-1 2 0,-5 2 0,-2 1 0</inkml:trace>
  <inkml:trace contextRef="#ctx0" brushRef="#br0" timeOffset="695706">14142 12901 24575,'0'9'0,"0"21"0,0 6 0,0 6 0,0 17 0,0 4 0,0-17 0,0 1 0,0 2 0,0 4 0,0 2 0,0-4 0,0-2 0,0-3 0,0-4 0,0-6 0,0-12 0,0-5 0,0 9 0,0 10 0,0 9 0,0-1 0,0-13 0,0-16 0,0-9 0</inkml:trace>
  <inkml:trace contextRef="#ctx0" brushRef="#br0" timeOffset="697722">14256 12935 24575,'8'-4'0,"8"2"0,8 2 0,-1 0 0,-7 2 0,-9 3 0,-5 9 0,-3 27 0,0-7 0,-1 16 0,-3-15 0,2-10 0,-3 4 0,-1-5 0,-3 6 0,-7 13 0,5-12 0,-4 4 0,-2-8 0,1-6 0,-7 10 0,6-9 0,3 0 0,8-9 0,14-12 0,14-7 0,23-7 0,-5 9 0,3 1 0,20 0 0,-24 2 0,-2 2 0,0 3 0,-15 5 0,1 7 0,-7 6 0,2 5 0,8 23 0,-9-11 0,-1 24 0,-12-28 0,-3 4 0,0-14 0,-5-3 0,-20 5 0,-1-12 0,-18 2 0,-6-7 0,-13 0 0,27-3 0,0 1 0,0 0 0,2 0 0,-27 5 0,29-6 0,7-5 0,21-5 0,3-3 0,0-2 0,1-5 0,0 7 0,0-2 0</inkml:trace>
  <inkml:trace contextRef="#ctx0" brushRef="#br0" timeOffset="699539">10250 16357 24575,'60'0'0,"-13"0"0,4 0 0,12 0 0,4 0 0,-20 0 0,0 0 0,-2 0 0,14 0 0,-5 0 0,-13 0 0,-2 0 0,20 0 0,-11 0 0,3 3 0,-14 5 0,-1 3 0,18 6 0,-23-2 0,-2 0 0,-3 5 0,-8-4 0,-5-2 0,-5-4 0,-2-1 0,-1 3 0,-1-3 0,2 4 0,-1-4 0,1 1 0,0-1 0,-1 0 0,1-3 0,2 1 0,-3-3 0,6 10 0,-5-4 0,1 1 0,-3-5 0</inkml:trace>
  <inkml:trace contextRef="#ctx0" brushRef="#br0" timeOffset="701256">10833 15233 24575,'-6'-2'0,"2"12"0,1 13 0,3 20 0,-2 22 0,0-23 0,0 2 0,-1 4 0,0 1 0,0 4 0,0 2 0,2-7 0,0 2 0,0-3 0,1 0 0,0-2 0,0 13 0,2-5 0,5-8 0,8-9 0,7-4 0,4-5 0,-3-6 0,-2-7 0,-2-6 0,24-28 0,-10-7 0,5-12 0,-7 5 0,5-6 0,2-3 0,0-1 0,-3 2 0,2-2 0,-1 2 0,-2-2 0,3-1-215,-1-1 0,2-3 0,1-1 0,-3 3 0,-4 4 215,0-1 0,-3 4 0,-3 1 0,4-8 0,-5 2 0,-10 9 0,-3 1 0,-1-23 0,-19 7 0,-10 11 0,-30-1 1075,3 18-1075,11 13 0,-4 3 0,-16 9 0,-2 5 0,12 1 0,-1 1 0,-17 4 0,3 2 0,20-1 0,5 1 0,-19 9 0,19-4 0,12-5 0,10-3 0,0 2 0,5-3 0,0 4 0,0-1 0,-4 7 0,-4 7 0,-3 6 0,1 0 0,0-1 0,2-2 0,7-15 0,3-1 0</inkml:trace>
  <inkml:trace contextRef="#ctx0" brushRef="#br0" timeOffset="702822">10933 15582 24575,'32'-3'0,"-3"1"0,-7 2 0,1 0 0,4-1 0,18-3 0,-12 0 0,11 0 0,-28 3 0,0 1 0,-7 0 0,1 0 0,4 0 0,1 0 0,2 0 0,-7 0 0,0 0 0,-5 0 0,1 0 0,1 0 0,-1 0 0,0 0 0,-1 0 0,1 0 0,0 1 0,5 2 0,7 1 0,24-2 0,-10 0 0,14-1 0,-31 3 0,-2 1 0,-9 2 0,0 1 0,-1-3 0,-1-1 0</inkml:trace>
  <inkml:trace contextRef="#ctx0" brushRef="#br0" timeOffset="704623">9656 12690 24575,'0'25'0,"1"3"0,4 12 0,4-3 0,2-8 0,2-6 0,-2-9 0,-3-3 0,-1-1 0,-3-1 0,1 0 0,8 11 0,-2-1 0,3 5 0,-2-7 0,-7-10 0,1-2 0,-2-3 0,-1 2 0,2 0 0,-2 2 0,-2-3 0,0-1 0</inkml:trace>
  <inkml:trace contextRef="#ctx0" brushRef="#br0" timeOffset="711022">6476 16373 24575,'-16'0'0,"0"0"0,2 1 0,6 3 0,18 8 0,2-1 0,10 6 0,5-3 0,-6-7 0,5 2 0,1-4 0,-6-3 0,21 5 0,-19-4 0,16 6 0,-21-2 0,2 1 0,-11 1 0,-5-3 0,-1 4 0,-3-5 0,-8-1 0,-11-2 0,-11-3 0,-7-6 0,3-4 0,2-5 0,9 3 0,-6-2 0,-2 1 0,-28-15 0,18 8 0,-8-4 0,33 16 0,10 5 0,3 2 0</inkml:trace>
  <inkml:trace contextRef="#ctx0" brushRef="#br0" timeOffset="711773">4726 15950 8191,'-6'-1'0,"2"12"5063,1 30-5063,3 6 0,0 9 0,0-9 0,0 3 0,0 4 0,0 4 0,0 6 0,0 0 0,0-4 0,0 0 0,0-4 0,0 1 939,0 8 0,0 1 1,0-10-940,0-17 0,0-6 1719,0 16-1719,0-22 6784,0-13-6784,0-10 0,0-1 0,0-4 0</inkml:trace>
  <inkml:trace contextRef="#ctx0" brushRef="#br0" timeOffset="713339">4763 16008 24575,'-4'11'0,"3"15"0,7 18 0,8 12 0,-5-23 0,1-1 0,3 3 0,1-3 0,5 8 0,-2-4 0,-6-25 0,0 2 0,20 25 0,-7-8 0,10 14 0,-13-17 0,-10-12 0,2 0 0,-6-8 0,1 1 0,1 2 0,6 10 0,0 0 0,11 17 0,-5-3 0,0 0 0,3 24 0,-8-12 0,-5-13 0,1 0 0,5 13 0,-1-11 0,-3-10 0,-6-12 0,-4-5 0,-3-6 0</inkml:trace>
  <inkml:trace contextRef="#ctx0" brushRef="#br0" timeOffset="714371">4837 16797 24575,'33'-2'0,"6"-5"0,4-4 0,-3 0 0,-10 0 0,-11 6 0,-7 2 0,-4 2 0,-2 1 0,-2 0 0,1 0 0,0 0 0,1 1 0,-3 1 0,-1 0 0,-2 0 0</inkml:trace>
  <inkml:trace contextRef="#ctx0" brushRef="#br0" timeOffset="715225">5057 15287 24575,'0'21'0,"0"12"0,0 12 0,0 1 0,0-12 0,0-8 0,0-15 0,0-1 0</inkml:trace>
  <inkml:trace contextRef="#ctx0" brushRef="#br0" timeOffset="720123">6636 16514 24575,'46'0'0,"-11"3"0,4 0 0,9 2 0,1 2 0,3 2 0,-2 0 0,-10 0 0,-4 1 0,10 6 0,-21-5 0,-14-3 0,-6-1 0,-2-3 0,-3-2 0</inkml:trace>
  <inkml:trace contextRef="#ctx0" brushRef="#br0" timeOffset="720788">7533 16976 24575,'22'4'0,"9"-2"0,19-2 0,-21 0 0,0 0 0</inkml:trace>
  <inkml:trace contextRef="#ctx0" brushRef="#br0" timeOffset="721573">8134 17029 24575,'39'0'0,"1"0"0,6 0 0,-8 0 0,-3 0 0,-6 3 0,6 4 0,-1 4 0,5 4 0,-14-10 0,-9 2 0,-12-9 0</inkml:trace>
  <inkml:trace contextRef="#ctx0" brushRef="#br0" timeOffset="722305">9065 17442 24575,'38'0'0,"-1"0"0,1 0 0,-1 0 0,0 0 0,-1 0 0,18 0 0,-27-3 0,-16 2 0,-10-1 0</inkml:trace>
  <inkml:trace contextRef="#ctx0" brushRef="#br0" timeOffset="723438">9862 17620 24575,'16'3'0,"10"0"0,14-2 0,12 5 0,-2 1 0,-7 1 0,-14-2 0,-12-3 0,-7-1 0,-5 0 0,-1 1 0,-1-2 0,2 0 0,-1 1 0,3 2 0,-3-2 0,-1 1 0,-2-4 0</inkml:trace>
  <inkml:trace contextRef="#ctx0" brushRef="#br0" timeOffset="724889">8512 14097 24575,'0'58'0,"0"-14"0,0-9 0,0-1 0,0 3-2126,-2-22 0,2-7 0,-1-7 1</inkml:trace>
  <inkml:trace contextRef="#ctx0" brushRef="#br0" timeOffset="725690">8648 14595 24575,'3'9'0,"9"9"0,1 1 0,5 0 0,-6-12 0,-12-25 0,1 8 0,-7-10 0</inkml:trace>
  <inkml:trace contextRef="#ctx0" brushRef="#br0" timeOffset="726540">9164 15561 24575,'0'24'0,"3"10"0,8 11 0,1 2 0,4 13 0,-2-15 0,1-5 0,-3-9 0,-6-17 0,-1-4 0</inkml:trace>
  <inkml:trace contextRef="#ctx0" brushRef="#br0" timeOffset="727407">9363 16266 24575,'10'12'0,"0"3"0,-1 2 0,-2-2 0,-6-8 0,7 7 0,4 0 0,9 10 0,1 2 0,1 1 0,-5-5 0,-5-10-1696,-6-10 0,-5-2 0,-2-4 0</inkml:trace>
  <inkml:trace contextRef="#ctx0" brushRef="#br0" timeOffset="728489">9666 16761 24575,'24'30'0,"-4"-6"0,-11-14 0,-2-1 0,6 7 0,19 22 0,-7-9 0,3 1 0,4 6 0,1 1 0,6 8 0,-2-3 0,-13-15 0,-3-1 0,19 22 0,-31-36 0,-3-6 0,-3-5-1696,0-7 0,-2 3 0,-1-3 0</inkml:trace>
  <inkml:trace contextRef="#ctx0" brushRef="#br0" timeOffset="729338">10136 17377 24575,'6'13'0,"0"-2"0,0-4 0,-2-3 0</inkml:trace>
  <inkml:trace contextRef="#ctx0" brushRef="#br0" timeOffset="731322">7114 13187 24575,'-3'17'0,"1"25"0,1-5 0,2 5 0,-1 11 0,0 3 0,0 8 0,0 1 0,0-5 0,0-4 0,0-9 0,0-5 0,0 17 0,0-33 0,0-23 0,-1-37 0,2-24 0,1 0 0,2-7 0,0 16 0,0-3 0,2-3 0,1-2 0,1 4 0,1-3 0,1-1 0,0 2 0,0 4 0,2-11 0,0 3 0,1 0 0,2-10 0,1-1 0,-3 14 0,-2 5 0,-2 22 0,2 27 0,14 2 0,17 0 0,14 0 0,-17 2 0,-2 1 0,12 8 0,-2 11 0,-35 9 0,-6 17 0,-9 8 0,-5 5 0,-2-12 0,-2 0 0,3-5 0,-1 2 0,-2-5 0,-3-3 0,-1-5 0,-7 13 0,-5-12 0,5-14 0,-21 1 0,19-12 0,-2 0 0,33-9 0,26-4 0,17 1 0,6 0 0,-15 1 0,2 0 0,14 1 0,-3 1 0,-7 5 0,-19 11 0,-8 15 0,-6 17 0,-8-15 0,-1 1 0,0 0 0,-2 1 0,0 5 0,-1-3 0,0 11 0,-12-6 0,-24-24 0,-10-5 0,8-2 0,-3 0 0,-4 0 0,-3-1 0,2 0 0,-4-1 0,4-2 0,6-1 0,4-2 0,-11-1-1696,25-7 0,14 1 0,6-1 0</inkml:trace>
  <inkml:trace contextRef="#ctx0" brushRef="#br0" timeOffset="732222">8165 12643 24575,'0'14'0,"0"19"0,0 29 0,0-26 0,0 3 0,0 5 0,0-1 0,0-4 0,0-3 0,0 16 0,0-15 0,0-23 0,0-9 0</inkml:trace>
  <inkml:trace contextRef="#ctx0" brushRef="#br0" timeOffset="734874">9366 16244 24575,'-23'0'0,"-13"0"0,-21 0 0,-7 0 0,-3 0 0,4 0 0,2 0 0,-3 2 0,0 4 0,6 4 0,11 3 0,14 1 0,14-3 0,4 2 0,-7 8 0,-9 9 0,-6 4 0,5-1 0,11-10 0,12-6 0,5-5 0,-3 9 0,-6 4 0,-4 8 0,-5 8 0,-1 12 0,8-18 0,0 5 0,12-26 0,2-4 0,1 1 0,-7 36 0,-2 18 0,1-4 0,1-6 0,7-46 0,0-2 0,0-5 0,0 1 0,0-5 0</inkml:trace>
  <inkml:trace contextRef="#ctx0" brushRef="#br0" timeOffset="736689">7636 16032 24575,'-4'11'0,"2"16"0,2 22 0,0 16 0,-1-29 0,1 0 0,5 29 0,20-10 0,-5-24 0,18-10 0,25-25 0,-7-18 0,-7 1 0,1-5 0,-8-5 0,-3-5 0,2-5 0,-3-3 0,0-7 0,-4-3-270,-14 13 1,-2-2 0,-2-1 269,0-8 0,-3-2 0,-1-2 0,-2-5 0,-2-1 0,-1-1 0,-1 3 0,-3 0 0,-2-1 0,-4-5 0,-3 0 0,-1 5 0,-1 2 0,-4 6 0,-10-2 0,-4 12 0,-11 22 0,-10 12 0,1 13 0,-15 7 0,28-3 0,-2 0 404,-5 4 0,2 0-404,-9 4 0,9 0 0,32-9 0,1 14 0,-2 3 0,-2 9 0,-2-3 0,-1 0 0,-2 1 0,-7 16 0,6-16 0,-2 8 0,8-10 0,-5 20 0,4-13 0,0 4 0,-2 12 0,0 3 0,1 2 0,1 1 0,2-2 0,2 0 0,1 3 0,3-5 0,3 7 0,2-3 0,1-44 0,2-6 0,-4-4 0,0-2 0</inkml:trace>
  <inkml:trace contextRef="#ctx0" brushRef="#br0" timeOffset="738138">7637 15861 24575,'15'0'0,"12"0"0,-5 0 0,7 0 0,-11-1 0,4-2 0,2-1 0,2-1 0,-1 2 0,-5 0 0,1 1 0,-4-2 0,7-3 0,7-6 0,-6 3 0,2 1 0,-16 7 0,0 2 0,20-9 0,-5 2 0,13-5 0,-17 7 0,-6 3 0,-4 2 0,-1 0 0,-1 0 0,-2 0 0,-3 0 0,1 0 0,1 0 0,4 0 0,-4 1 0,1 2 0,-7-1 0,0 1 0</inkml:trace>
  <inkml:trace contextRef="#ctx0" brushRef="#br1" timeOffset="2.81417E6">20435 14361 24575,'-4'21'0,"1"44"0,3-20 0,0 6 0,0 5-1568,1 3 1,-2 5 0,1 3 0,0 3 1567,0-14 0,0 2 0,0 1 0,0 3 0,0 1 0,0 2 0,0-8 0,0 2 0,0 3 0,0 1 0,0 0 0,0 0 0,0-1 0,0-2 0,0-3 0,0 12 0,0-3 0,0-3 0,0 0 0,0 1 0,0 0 0,0-4 0,0 2 0,0 1 0,0 0 0,0-4 0,0-3 0,1-7 613,-1 14 1,1-8 0,0-6-614,1 3 0,0-6 1008,4 18-1008,1-28 0,-2-5 0,-2 11 1710,-2-10 0,-1 4-1710,0 7 0,0 3 0,-1 7 0,0 1 0,-1-1 0,-1-1 0,1-8 0,-1-3 0,1-6 0,0-4 0,0 3 0,2-13 0,0-16 0,13-12 0,29-4 0,-2 1 0,12-1 0,-4 3 0,10 1 0,7-2 0,4 1 0,2-2 0,-2 1-734,-11 0 1,1-1 0,1 0-1,1-1 1,1 1 0,1-1 0,0 1-1,0 0 734,-1 1 0,1 0 0,0 0 0,2 1 0,-1-1 0,1 0 0,-1 1 0,0-1 0,-1 0 0,4-1 0,0-1 0,1 0 0,-2 0 0,0 0 0,-2 1 0,-2 1 0,-3 1-423,12-1 1,-4 1 0,-2 2 0,-2 0-1,1 0 423,-1 1 0,-1 1 0,-1-1 0,1 1 0,-1 1 0,0 0 0,0 1 0,0-1 0,0 2 0,0-1 0,2 0 0,-1 1 0,1 0 0,-1 0 0,0 1 0,0-1 0,-1 1 0,0-1 0,0 1 0,1 0-265,4 0 1,2 0 0,0 0 0,-2 1-1,-4 0 265,-4-1 0,-4 1 0,-1 0 0,-1 1 0,17 0 0,-2 0 0,-11 2 0,-19 0 0,-8 2 4488,7 3-4488,-19-1 2647,-7-3-2647,-5 0 2166,-1-1-2166,-1 1 0,3 1 0,4-2 0,27 2 0,0-4 0,8 0 0,-1 0 0,4 0 0,1 0-183,4 0 1,2 0 0,0 1 182,-2-1 0,0 1 0,-3 0 0,9 0 0,-5 1 0,-16 0 0,-5 1 0,1-1 0,-22-10 0,-12 3 0,-7-8 0</inkml:trace>
  <inkml:trace contextRef="#ctx0" brushRef="#br1" timeOffset="2.81594E6">25346 16966 24575,'53'0'0,"-1"0"0,-7 0 0,1 0 0,0 0 0,3 0 0,-3 0 0,3 0 0,-5 0 0,-9 0 0,-2 0 0,14 0 0,-22 0 0,-1 14 0,-12 4 0,6 14 0,-4-1 0,2 9 0,-8-11 0,1 8 0,-10-10 0,-26 23 0,-6-10 0,-8 5 0,5-6 0,-3 2 0,-1 0-252,-3 2 0,-1-1 1,1 0 251,2-1 0,0-1 0,4-2 0,-3 1 0,5-3 0,8-9 0,3-3 0,-5 4 0,12-17 0,11-15 0,0 2 0,6-6 0</inkml:trace>
  <inkml:trace contextRef="#ctx0" brushRef="#br1" timeOffset="2.81899E6">26807 16700 24575,'0'36'0,"0"-4"0,0 3 0,0 14 0,0 3 0,0 10 0,0 3 0,0-20 0,0 1 0,0 0 0,0 17 0,0-1 0,0-1 0,0-1 0,0-3 0,0 1 0,0-8 0,0 2 0,0-4 0,0 4 0,0-2 0,0 10 0,0-4 0,1-5 0,3-15 0,1-7 0,1-12 0,0-8 0,-3-8 0,3-10 0,2-8 0,7-9 0,5-8 0,4-3 0,2-2 0,4-4 0,13-6 0,-17 21 0,2 0 0,1-2 0,2 0 0,-3 3 0,-2 1 0,20-19 0,-21 20 0,-6 10 0,-17 15 0,-1 1 0,-2 1 0</inkml:trace>
  <inkml:trace contextRef="#ctx0" brushRef="#br1" timeOffset="2.82314E6">20367 13961 24575,'0'37'0,"0"10"0,0 6 0,0 5 0,0-11 0,0 2 0,0 7 0,-1 4 0,2-6 0,-1-9 0,0-3 0,2 11 0,0-6 0,1-14 0,1-5 0,-3-17 0,0-3 0,1-6 0,0-2 0,-1-3 0</inkml:trace>
  <inkml:trace contextRef="#ctx0" brushRef="#br1" timeOffset="2.82474E6">17318 15229 24575,'-18'-3'0,"-12"0"0,-14 3 0,-5 0 0,3 0 0,13 1 0,8 12 0,-3 32 0,7-2 0,1 8 0,3-5 0,-1 4 0,1 2-487,-3 8 0,0 4 0,1 0 487,5-13 0,1 0 0,2 2 0,0-1 0,2 0 0,0 2 0,2-2 0,1 0 0,0 12 0,1-1 0,1-3-72,3-5 1,0-2-1,1-2 72,0 11 0,2-4 0,1-16 0,2-4 0,16 21 0,20-24 0,15-11 722,-24-16 1,1-2-723,33 0 115,-32-12 1,0-6-116,3-10 0,0-6 0,-7-1 0,0-4 0,4-6 0,-1-1 0,5-7 0,0-3 0,1 1 0,-4 4-309,-3 4 0,-2 2 0,0 1 0,2-2 309,1-3 0,3-2 0,0-1 0,-3 4 0,-4 7 0,5-1 0,-6 8 0,5-2-1594,-16 26 0,-15 7 1,-2 2-1</inkml:trace>
  <inkml:trace contextRef="#ctx0" brushRef="#br1" timeOffset="2.82577E6">17879 15954 24575,'0'21'0,"0"21"0,0-9 0,0 4 0,0 12 0,0 0 0,0-13 0,0-2 0,0 27 0,0-38 0,0-8 0,3 1 0,8 0 0,-3-6 0,11-9 0,1-31 0,0 0 0,6-16 0,3 4 0,0 8 0,-6 10 0,2 0 0,26-15 0,-22 18 0,0 0 0,26-15 0,-13 10 0,-13 8 0,-12 7 0,-8 4 0,-5 1 0,0 1 0,-4 2 0,2 2 0,-3 1 0</inkml:trace>
  <inkml:trace contextRef="#ctx0" brushRef="#br1" timeOffset="2.83063E6">20920 16758 24575,'34'-7'0,"10"-4"0,10-11 0,3-3 0,-12 5 0,0-1 0,-1-1 0,3-2 0,-3 1 0,2-2 0,-4 0 0,1 0 0,0 0 0,-1 1 0,2-1 0,-6 2 0,2-2 0,-1 1 0,12-7 0,0-1 0,-8 4 0,1-1 0,-2 1 0,7-5 0,-2 1 0,0 1 0,2-2 0,-7 6 0,1-2 0,-3 3 0,2-2 0,-2 2 0,10-7 0,-4 3 0,-2 1 0,3-2 0,-18 13 0,3-1 0,4-3 0,3-1 0,3-3 0,1 0 0,-1-1 0,2-1 0,-3 2 0,2-1 0,-2 1 0,5-3 0,1-1 0,-6 5 0,5-3 0,1 0 0,-3 3 0,-4 1 0,-1 2 0,1-1-215,15-8 0,3-2 0,-3 2 215,-12 8 0,-1 1 0,-2 0 0,16-8 0,-3 2 0,-7 4 0,1-2 0,-4 0 0,3-3 0,-2 1 0,10-8 0,1 0-234,-5 2 0,4-2 1,-3 2 233,-11 7 0,-1 1 0,-2 1 0,13-8 0,-3 2 0,-10 7 0,-3 2 0,7-6 622,-17 13-622,-1-1 0,0 1 0,6-5 724,7-2-724,-14 10 0,-2 2 0,-16 9 0,-7 3 0,1-1 0,-3-1 0</inkml:trace>
  <inkml:trace contextRef="#ctx0" brushRef="#br1" timeOffset="2.84903E6">20972 15990 24575,'12'0'0,"8"0"0,40 0 0,5 0 0,-16 0 0,3 0 0,-4-2 0,1-1 0,4-1 0,0-2 0,-1 0 0,-3 0 0,-7-1 0,-3 2 0,22-2 0,-35 6 0,-11 1 0</inkml:trace>
  <inkml:trace contextRef="#ctx0" brushRef="#br1" timeOffset="2.84998E6">21385 15994 24575,'0'64'0,"0"0"0,0-13 0,0 2 0,0-2 0,0 5 0,0-3 0,0 6 0,0 0 0,0-11 0,0 1 0,0-2 0,0 3 0,0-2 0,0 8 0,0-7 0,0-8 0,0-17 0,0-9 0,-3-6 0,-1-11 0,0 2 0,0-6 0</inkml:trace>
  <inkml:trace contextRef="#ctx0" brushRef="#br1" timeOffset="2.85087E6">21119 16951 24575,'38'3'0,"-2"-2"0,3 0 0,24-1 0,-26 0 0,-4 0 0,-12 0 0,-13 0 0,1 0 0,6 0 0,4 0 0,17-3 0,-7 2 0,12-2 0,-21 3 0,-5 0 0,-11 0 0</inkml:trace>
  <inkml:trace contextRef="#ctx0" brushRef="#br1" timeOffset="2.85208E6">22014 15368 24575,'20'0'0,"13"0"0,23-1 0,-20 0 0,3-2 0,6-1 0,0-2 0,2-2 0,-1-2 0,0-1 0,-1-1 0,-3 1 0,-1-1 0,-4 1 0,-2 1 0,22-5 0,-16 4 0,-7 5 0,-20 4 0,-1 2 0</inkml:trace>
  <inkml:trace contextRef="#ctx0" brushRef="#br1" timeOffset="2.85308E6">22487 15359 24575,'-3'17'0,"0"35"0,3-8 0,0 4 0,0 12 0,0 4 0,0-19 0,0 0 0,0-1 0,0 15 0,0 0 0,0-3 0,0-4 0,0 13 0,0-10 0,0-33 0,0-1 0,0 0 0,0-1 0,0 5 0,0-14 0,0 1 0,0-12 0</inkml:trace>
  <inkml:trace contextRef="#ctx0" brushRef="#br1" timeOffset="2.85417E6">22340 16302 24575,'16'-9'0,"4"-3"0,9-8 0,13-2 0,0 7 0,4 1 0,-11 3 0,1 1 0,15-2 0,-2 1 0,13-1 0,-9 1 0,-10 3 0,-7 2 0,-9 0 0,-2 1 0,-10 2 0,0 0 0,-10 1 0,-2 2 0</inkml:trace>
  <inkml:trace contextRef="#ctx0" brushRef="#br1" timeOffset="2.85508E6">23502 14785 24575,'60'0'0,"-13"0"0,-6 0 0,-1 0 0,8 0 0,-15 0 0,-12 0 0,-9 0 0,-6 0 0,-3 0 0</inkml:trace>
  <inkml:trace contextRef="#ctx0" brushRef="#br1" timeOffset="2.85607E6">23623 14843 24575,'-4'16'0,"2"25"0,2-8 0,0 3 0,0 9 0,0 3 0,0 4 0,0 0 0,0-3 0,0 0 0,0 12 0,0-2 0,0-23 0,0-1 0,0 5 0,0-6 0,0-11 0,0-9 0,0-9 0,0-1 0,0-5 0</inkml:trace>
  <inkml:trace contextRef="#ctx0" brushRef="#br1" timeOffset="2.85698E6">23359 15714 24575,'35'-3'0,"-4"1"0,5 1 0,11 1 0,2 0 0,8 0 0,-2 0 0,-6 0 0,-3 0 0,-6 0 0,-4 0 0,7 0 0,-16 0 0,-23 0 0</inkml:trace>
  <inkml:trace contextRef="#ctx0" brushRef="#br1" timeOffset="2.85799E6">24558 14342 24575,'19'0'0,"11"0"0,17 0 0,8 0 0,-17-1 0,-1-1 0,13-2 0,11-3 0,-39 3 0,-6 1 0,-12 3 0</inkml:trace>
  <inkml:trace contextRef="#ctx0" brushRef="#br1" timeOffset="2.85897E6">24695 14378 24575,'-3'23'0,"0"16"0,3-5 0,0 3 0,0 5 0,0 1 0,0 2 0,0 1 0,0-3 0,0-2 0,0-6 0,0-2 0,0 23 0,0-14 0,0-15 0,0-7 0,1-9 0,1 1 0,-1-6 0,1 0 0,-2-5 0</inkml:trace>
  <inkml:trace contextRef="#ctx0" brushRef="#br1" timeOffset="2.85977E6">24479 15061 24575,'50'0'0,"-1"0"0,1 0 0,4 0 0,1 0 0,1 0 0,5 0 0,-7 0 0,-6 0 0,-8 0 0,13 0 0,-23 0 0,-16 0 0,-8 0 0,-3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0T06:38:40.36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C000"/>
    </inkml:brush>
    <inkml:brush xml:id="br2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22296 5207 24575,'0'0'0</inkml:trace>
  <inkml:trace contextRef="#ctx0" brushRef="#br0" timeOffset="34000">19139 2756 24575,'55'0'0,"0"0"0,0 0 0,11 0 0,6 0 0,0 0 0,-5 0 0,-12 0 0,-3 0 0,0 0 0,2 0 0,5 0-941,1 0 0,6 0 0,2 0 1,2 0-1,-1 0 0,-2 0 1,-5 0 940,3 0 0,-3 0 0,-2 0 0,0 0 0,0 0 0,3 0 0,-1 0 0,0 0 0,0 0 0,0 0-148,-2 0 1,-1 0 0,0-1 0,-1 1 0,1 1 147,-1-1 0,0 0 0,0 0 0,-1 0 0,1 1 0,0 0 0,1 0 0,-1 1 0,0-1 0,1 2 0,0-1 0,-1 1 0,1 0 0,2 0 0,4 1 0,-9-2 0,4 2 0,3-1 0,1 0 0,1 0 0,-1 1 0,-2-1 0,-2-1 0,7 1 0,-4 0 0,-1 0 0,1-1 0,1 0 0,3 1-161,-6-1 1,3 0 0,2 0 0,1 0 0,-1 0 0,-1 0 0,-2-1 0,-3 0 160,0 0 0,-2-1 0,-2 0 0,-1 0 0,-1-1 0,0 1 0,7 0 0,-2 0 0,0 0 0,0 0 0,4 0-126,-2 0 0,3 0 0,1 0 0,1 0 0,0 0 1,-1 0 125,0 1 0,-1-1 0,0 1 0,0-1 0,0 1 0,2-1 0,-6 1 0,1-1 0,0 1 0,1-1 0,-1 0 0,-2 1 0,-2-1 0,8 1 0,-1 0 0,-3 0 0,-2-1 0,-2 1 0,-1 0 0,-3-1 0,-2 1 0,-6-1 0,10 0 0,-5 0 1190,-8 0 1,-3 0-1191,-4 0 0,-2 0 1995,27-1-1995,-4-3 3679,-1-2-3679,-5 0 0,4 0 651,-13 1 0,2 0-651,22-1 0,1-1 0,-16 3 0,0-1 0,14-1 0,-2-1 0,-21 4 0,-2-1 0,5 0 0,-5 0 0,-13 2 0,-15 2 0,-5 0 0</inkml:trace>
  <inkml:trace contextRef="#ctx0" brushRef="#br0" timeOffset="56664">19172 1451 24575,'48'0'0,"5"0"0,1 0 0,4 0 0,-2 0 0,-1 0 0,-17 0 0,1 0 0,20 0 0,-19 0 0,2 0 0,3 5 0,0 0 0,-10-2 0,1 0 0,11 5 0,-2 0 0,13 2 0,-6 2 0,-4 0 0,12 6 0,-12-4 0,9 6 0,-3 1 0,-16-5 0,9 6 0,-21-5 0,-2 3 0,0 3 0,1 2 0,1 2 0,3 4 0,11 12 0,-10-10 0,8 8 0,-14-11 0,-2-2 0,-3 1 0,-2-2 0,-3-1 0,0 4 0,0 0 0,7 14 0,-5-7 0,6 9 0,-4-12 0,0-2 0,2-1 0,0 0 0,9 10 0,-9-12 0,5 5 0,-12-18 0,-2 0 0,0 1 0,-1 1 0,0 4 0,2 3 0,0 1 0,2 4 0,0 2 0,2 3 0,12 26 0,-7-14 0,-5-14 0,-1-1 0,5 14 0,-1 1 0,0 3 0,3 7 0,-5-11 0,1 2 0,-5-13 0,1-1 0,3 11 0,1-3 0,3 4 0,1-3 0,-1-4 0,3 1 0,-4-7 0,0 1 0,9 14 0,0 0 0,-10-17 0,0-2 0,20 26 0,-19-28 0,0-6 0,1-10 0,11 1 0,24 12 0,-25-12 0,1 1 0,-1-1 0,0 1 0,27 10 0,-24-11 0,11 0 0,-12-5 0,4-1 0,3 0 0,-4-1 0,0 1 0,1-1 0,-2-2 0,15 2 0,-26-5 0,16-5 0,-4-8 0,7-11 0,2-5 0,-16 8 0,-1-3 0,19-17 0,2-2 0,-15 9 0,-2 0 0,0-1 0,0-2 0,8-9 0,0-2 0,-4 3 0,0-1 0,1-1 0,0-3 0,-6 9 0,1-3 0,-3 3 0,1-3 0,-1 1 0,4-8 0,-2 0 0,-6 9 0,-3 3 0,3-11 0,1-9 0,-6 7 0,-2 5 0,4-10 0,-4 15 0,1 2 0,4-2 0,-5 10 0,1 0 0,14-22 0,-10 18 0,-1 2 0,10-15 0,-1 1 0,-5 8 0,-1 2 0,1 0 0,-1-1 0,-1 2 0,-4 6 0,2-3 0,-8 11 0,3-3 0,-6 10 0,-1-1 0,9-13 0,5-8 0,5-6 0,9-6 0,-10 20 0,-3 4 0,-7 13 0,0 0 0,7-6 0,13-7 0,9-4 0,-14 11 0,0 0 0,15-8 0,3-1 0,-27 16 0,11-4 0,-1 1 0,13-8 0,-3 3 0,-2 4 0,-3 3 0,-6 5 0,-8 4 0,22 12 0,-2 11 0,-6-2 0,3 4 0,0 5 0,1 3 0,5 4 0,1 2 0,2 3 0,-2 0 0,-3 0 0,-3-1 0,-7-5 0,-2 2 0,-3 0 0,-3 0 0,10 17 0,-17-17 0,-1 1 0,-1-2 0,1 2 0,3 9 0,2 1 0,-1 2 0,-1 1 0,-1-3 0,-3-1 0,-2-3 0,-3-1 0,-2-2 0,-1-1 0,1 6 0,0 1 0,2 8 0,-1 5 0,0-1 0,1 4 0,-2-2 0,2 7 0,-1-2 0,-3-15 0,0 2 0,-2-8 0,-1 14 0,-4-23 0,-3-9 0,5 18 0,-2-8 0,3 19 0,0-14 0,-1 3 0,2-1 0,0 1 0,-1-13 0,0-4 0,1-14 0,3-2 0,5 3 0,5 3 0,6 0 0,4 3 0,6-2 0,1 1 0,-2-5 0,18-2 0,-12-5 0,20 1 0,-21-1 0,0 0 0,21 6 0,-19-5 0,-3 1 0,5 3 0,-13-2 0,-10-3 0,-8-1 0,-5-1 0,-1-1 0,-1-1 0,0-1 0,2 0 0,5 2 0,10 0 0,12 1 0,10 1 0,-11-1 0,1-1 0,12 1 0,7 0 0,-35-3 0,-8 1 0,-11 1 0,0-1 0,-5 0 0</inkml:trace>
  <inkml:trace contextRef="#ctx0" brushRef="#br0" timeOffset="60066">19069 4039 24575,'33'0'0,"6"0"0,10 0 0,6 0 0,7-4 0,-27 0 0,-1-2 0,1-1 0,-2-1 0,23-8 0,-17 4 0,-23 7 0,-9 3 0</inkml:trace>
  <inkml:trace contextRef="#ctx0" brushRef="#br0" timeOffset="60765">19967 3804 24575,'0'0'0</inkml:trace>
  <inkml:trace contextRef="#ctx0" brushRef="#br0" timeOffset="61665">20517 3469 24575,'8'-3'0,"1"0"0,3-2 0,8-6 0,7-9 0,17-15 0,-8 2 0,-8 7 0,-16 14 0,-12 11 0</inkml:trace>
  <inkml:trace contextRef="#ctx0" brushRef="#br0" timeOffset="62782">20981 2987 24575,'3'-6'0,"0"0"0,-3-3 0,0-3 0,0-4 0,4-8 0,4-3 0,5 1 0,2 0 0,1 4 0,3-7 0,-6 0 0,7-13 0,-4-4 0,1-3 0,-1 7 0,-4 12 0,-4 13 0,-4 9 0,-3 4 0</inkml:trace>
  <inkml:trace contextRef="#ctx0" brushRef="#br0" timeOffset="63582">21577 1945 24575,'0'-9'0,"0"-3"0,0 0 0,7-21 0,17-14 0,-5 13 0,3-2 0,4-2 0,0 1 0,0 2 0,-2 2 0,11-14 0,-18 23 0,-9 14 0</inkml:trace>
  <inkml:trace contextRef="#ctx0" brushRef="#br0" timeOffset="64199">22365 1282 24575,'0'0'0</inkml:trace>
  <inkml:trace contextRef="#ctx0" brushRef="#br0" timeOffset="65365">21946 1383 24575,'14'0'0,"7"0"0,3 0 0,8 0 0,-1 0 0,-4 0 0,0 0 0,-9 0 0,2 0 0,-6 0 0,1 0 0,-1 0 0,2 0 0,-9 0 0,1 0 0</inkml:trace>
  <inkml:trace contextRef="#ctx0" brushRef="#br0" timeOffset="66282">22470 1490 24575,'3'10'0,"4"3"0,1 4 0,6 2 0,4 2 0,1-2 0,-1-1 0,-1 0 0,0 0 0,6 9 0,-4-6 0,3 6 0,-9-11 0,-5-9-1696,-4-16 0,-2 4 0,-2-9 0</inkml:trace>
  <inkml:trace contextRef="#ctx0" brushRef="#br0" timeOffset="67114">22797 1995 24575,'0'10'0,"1"3"0,1 1 0,-1 0 0,1-4 0,-2-1 0,0 2 0,2 3 0,5 6 0,4 5 0,16 22 0,-7-13 0,7 8 0,-13-46 0,-7 7 0,-3-21 0</inkml:trace>
  <inkml:trace contextRef="#ctx0" brushRef="#br0" timeOffset="67915">23189 2492 24575,'4'9'0,"3"0"0,-1 1 0,0-1 0,1 13 0,1-1 0,2 6 0,2-6 0,0-15 0,-7 0 0,-2-10 0</inkml:trace>
  <inkml:trace contextRef="#ctx0" brushRef="#br0" timeOffset="68715">23362 2888 24575,'9'15'0,"16"17"0,10 12 0,5 5 0,-6-10 0,-16-16 0,-7-8 0,2 4 0,-4-4 0,4 3 0,-4-7 0,-3-5 0,-2-14 0,-3 5 0,-1-7 0</inkml:trace>
  <inkml:trace contextRef="#ctx0" brushRef="#br0" timeOffset="69464">23699 3615 24575,'16'3'0,"4"0"0,4-3 0,-5 0 0,-1 0 0,4 0 0,6 0 0,4 0 0,-7 0 0,-12 0 0,-6 0 0</inkml:trace>
  <inkml:trace contextRef="#ctx0" brushRef="#br0" timeOffset="70315">24418 4125 24575,'15'-12'0,"10"-6"0,12-9 0,7-5 0,-1 3 0,-8 5 0,-4 5 0,-3 0 0,4-4 0,-12 9 0,-5 1 0,-11 10 0</inkml:trace>
  <inkml:trace contextRef="#ctx0" brushRef="#br0" timeOffset="71148">25399 3801 24575,'4'-12'0,"-2"-8"0,-2-12 0,0 2 0,0 7 0,0 14 0</inkml:trace>
  <inkml:trace contextRef="#ctx0" brushRef="#br0" timeOffset="71798">25669 3121 24575,'0'0'0</inkml:trace>
  <inkml:trace contextRef="#ctx0" brushRef="#br0" timeOffset="72898">25702 2989 24575,'4'-16'0,"-2"3"0,-1-2 0,-1 3 0,0 4 0,0-2 0,4-6 0,17-20 0,16-15 0,-13 19 0,0 0 0,0 3 0,-1 0 0,9-10 0,-12 11 0,-12 15 0,-3 4 0,-5 11 0,0 4 0</inkml:trace>
  <inkml:trace contextRef="#ctx0" brushRef="#br0" timeOffset="73683">26110 2105 24575,'4'-4'0,"8"1"0,19-7 0,8-3 0,2-2 0,-16 3 0,-14 9 0</inkml:trace>
  <inkml:trace contextRef="#ctx0" brushRef="#br0" timeOffset="74531">26424 1630 24575,'10'0'0,"4"0"0,3 0 0,4 0 0,9 0 0,0 0 0,6-4 0,2-2 0,15-1 0,-15 0 0,-2 0 0,0-1 0,-12 4 0,-11 1 0,-8 0 0,-3 1 0,-3-1 0</inkml:trace>
  <inkml:trace contextRef="#ctx0" brushRef="#br0" timeOffset="75098">26960 1570 24575,'3'0'0,"0"0"0</inkml:trace>
  <inkml:trace contextRef="#ctx0" brushRef="#br0" timeOffset="96633">22550 6295 24575,'16'0'0,"21"0"0,28 0 0,-25 0 0,2 2 0,0 2 0,-1 3 0,-5 4 0,-2 4 0,-4 4 0,-1 4 0,-2 5 0,-1 2 0,0 3 0,0 4 0,-3 0 0,0 4 0,1 3 0,2 6 0,1 2 0,-1 0 0,0 2 0,1-1 0,0 3 0,-1-5 0,1 1 0,0 1 0,0-2 0,-4-6 0,0-2 0,1 1 0,0 1 0,4 6 0,2 3 0,-1 0 0,-1-3 0,4 5 0,-2-2 0,0-2 0,-3-3 0,0-1 0,-1-3 0,2 4 0,-1-3 0,1 0 0,1 0 0,1 0 0,0 0 0,2 1 0,1-1 0,1-2 0,1-1 0,3 3 0,1 1 0,4 0 0,1 0 0,1-2 0,1 0 0,-12-14 0,0 1 0,1-1-140,0-1 0,1 0 1,0 0 139,-1-1 0,1-1 0,2 2 0,2-1 0,3 3 0,1-1 0,-3-3 0,1 2 0,-2-3 0,2 1 0,10 6 0,2 0 0,-3-3 0,1 0 0,-2-4 0,-2-2 0,1-1 0,2-1 0,5-2 0,-11-7 0,6 1 0,3-2 0,4 0 0,-5-3 0,3-1 0,3-1 0,2 1 0,0-1 0,-1 0-571,1 0 1,0 0 0,1 1 0,1-2 0,0 1 0,2-1 570,-2-1 0,3-1 0,0 0 0,1 0 0,0-1 0,-3 0 0,-2-1 0,7 0 0,-1 0 0,-3 0 0,-1-2 0,0-1 0,-4 0 0,0-2 0,-1 0 0,-2-1 0,-1-1-285,4-1 1,-3-2 0,-1-1 0,-1-2 284,-4-3 0,-1-2 0,-1-1 0,-3-2 0,9-6 0,-4-2 0,0-1-175,-4 1 0,0-2 0,-1 0 175,1 0 0,-1 0 0,0 0 0,-5 3 0,-1 0 0,5-1 0,4-3 0,4-1 0,2-1 0,-2 3 0,-8 4 0,-1 2 0,0 0 0,2-1-217,12-6 1,3-1-1,0 1 1,-3 2 216,5 1 0,-3 3 0,0 0 0,1 1 0,-1 0 0,0 2 755,-4 2 0,0 1 0,-1 1-755,-4 2 0,0 2 0,2 0 400,11 1 0,2 2 0,-2 1-400,-12 3 0,-2 2 0,-1 0 0,0 0 0,0 1 0,-6 4 308,2 6 0,-9 10-308,-18 10 0,-5 7 0,8 10 0,2 6 0,0-2 0,2 3 0,2 1 113,3 1 1,2 1 0,1-1-114,2 3 0,1 0 0,-1-2 0,-4-7 0,0 0 0,-3-4 360,3 6 1,-3-3-361,-3-5 0,-3-3 0,-4-9 0,-1 0 0,4 5 0,2 0 0,-2-3 0,1 1 0,1 2 0,0 0 612,-3-3 1,0-1-613,14 23 0,-1-2 0,-9-17 0,5 5 0,-5-9 0,14 12 0,-11-11 0,6 4 0,-10-16 0,28 21 0,-4-2 0,-14-10 0,1 0 0,11 17 0,-8-5 0,-11-10 0,-2 0 0,12 18 0,5 8 0,-6-9 0,2 2-220,1 2 0,1 4 0,-1-3 220,-9-14 0,-2-2 0,-2-2 0,6 9 0,-4-4 0,10 15 0,-17-21 0,-7-4 0,5 9 0,5 11 660,5 7-660,-2-7 0,-5-6 0,-10-18 0,-3-5 0,-8-19-1696,-2-46 0,1 28 0,-2-32 0</inkml:trace>
  <inkml:trace contextRef="#ctx0" brushRef="#br0" timeOffset="118232">22119 11988 24575,'33'3'0,"7"-1"0,10-1 0,-4-1 0,5 0 0,5 0 0,5 0-1405,-8 0 1,5 0 0,3 0-1,3 0 1,2 0 0,1 0-1,0 0 1299,-5 0 0,1 0 1,2 0-1,1 0 1,0 0-1,2 0 0,0 0 1,2 0-1,-1 0 106,-10 0 0,-1 0 0,0 0 0,1 0 0,1 0 0,0 0 0,1 0 0,1 0 0,2 0 0,0 0 0,2 0 0,2 0 0,-8-1 0,1 1 0,3 0 0,0-1 0,3 1 0,0-1 0,1 1 0,1-1 0,0 1 0,0-1 0,1 1 0,-1-1 0,-1 0 0,0 1 0,-2-1 0,-1 0 0,-1 0 0,-2 1-173,4-1 0,-1 0 0,-2 0 0,-1 0 0,-1-1 0,-1 1 0,1 0 0,-1 0 0,0 0 0,1-1 0,1 1 0,1 0 0,1-1 0,2 1 173,-5 0 0,2 0 0,1-1 0,1 1 0,2 0 0,0-1 0,0 1 0,1 0 0,0-1 0,0 1 0,-1-1 0,0 1 0,-1-1 0,-1 1 0,-2-1 0,-1 1 0,-2-1 0,-1 0-89,14 0 1,-3 0-1,-1-1 1,-2 1-1,-1-1 1,-2 1 0,0-1-1,0 0 1,0 1-1,0 0 1,1 0 88,-1 0 0,-1 0 0,0 0 0,1 1 0,-1-1 0,-1 1 0,1-1 0,-1 1 0,0-1 0,-1 1 0,0 0 0,2-1 0,-1 1 0,0 0 0,-1 0 0,0 0 0,0 0 0,0 0 0,-1 0 0,0 0 0,-1 1-173,3-1 0,0 1 0,-1-1 0,0 1 0,0 0 0,-1 0 0,0 0 0,-1-1 0,0 1 173,1 0 0,1 0 0,-2 0 0,1 0 0,-2 0 0,0 0 0,0 0 0,-2 0 175,11 0 0,0 0 0,-2 0 1,0 0-1,-2 0 0,0 0-175,6 0 0,-1 0 0,-1 0 0,-2 0 0,-1 0 557,3 1 0,-3-1 0,-1 1 0,-2 0-557,-8-1 0,-1 1 0,-2 0 0,0 0 1166,9 0 0,-1 1 0,-1 0-1166,-3 0 0,-1 1 0,0 0 0,2-1 0,-1 1 0,-1 0 0,-4 0 0,0-1 0,-2 1 1889,16 0 0,-2-1-1889,-10-1 0,-3 0 1452,-13-1 0,-3 0-1452,10 0 1459,-18 0-1459,-13 1 204,-4 0 0,-5 1 0,-1-1 0</inkml:trace>
  <inkml:trace contextRef="#ctx0" brushRef="#br0" timeOffset="120265">21722 5745 24575,'-3'49'0,"1"6"0,1 12 0,1-16 0,0 5 0,0 4 0,0 2-1435,0 0 0,0 3 1,0 3-1,0 1 1,0 0 1434,0-13 0,0 0 0,0 1 0,0 1 0,0 0 0,0 0 0,0 1-344,0 4 1,0 1-1,0 0 1,0 0-1,0 1 1,0-1-1,0 0 344,0-1 0,0 0 0,0 0 0,0 0 0,0 0 0,0 0 0,0 0 0,0 0 0,0 0 0,0 1 0,0-1 0,0 1 0,0-1 0,0 0 0,0-1 0,0 1 0,0-1 0,0 0 0,0 0 0,0-1 0,0 0-53,0 5 0,0 0 1,0-1-1,0 0 1,0 0-1,0-1 53,0-4 0,0 1 0,0-1 0,0 0 0,0-1 0,0-2-216,0 3 0,0 0 0,0-2 1,0-1-1,0 0 216,1 5 0,-1-1 0,0-1 0,1-1 372,-1-3 0,1-2 0,0 0 1,-1 0-373,2 11 0,-1 0 0,0 3 806,-1-6 1,1 3-1,0 2 1,-1 1-807,1-6 0,-1 2 0,0 0 0,0 0 0,1-2 0,-1 2 0,0-2 0,0 0 0,0 3 0,0-2 0,0 4 0,0 0 0,0-4 0,0-6 0,0-3 0,0-6 0,0 0 0,-1 3 0,1-1 0,1-2 1462,0 9 1,1-7-1463,4 2 1946,1-8-1946,1-16 1387,-4-14-1387,-1-2 0,1-1 0,0-3 0,0 1 0,0-2 0,2 4 0,-1-2 0,2 2 0,-3 0 0,0-3 0,1 0 0,-2-2 0,0 0 0,0 0 0,-1-2 0,-1-1 0,-1-3 0</inkml:trace>
  <inkml:trace contextRef="#ctx0" brushRef="#br1" timeOffset="133015">22105 8653 24575,'0'-38'0,"0"1"0,0-2 0,0-2 0,0-2 0,0-3 0,0 1 0,0-20 0,0 6 0,0-1 0,0 7 0</inkml:trace>
  <inkml:trace contextRef="#ctx0" brushRef="#br1" timeOffset="133866">22268 7424 24575,'0'0'0</inkml:trace>
  <inkml:trace contextRef="#ctx0" brushRef="#br1" timeOffset="137132">22122 8274 24575,'0'-18'0,"0"-30"0,0 5 0,0-4 0,0-12 0,0-2 0,0 17 0,0-2 0,0 2 0,0-19 0,0 3 0,0 9 0,0 2 0,0 7 0,0 2 0,0-25 0,2 6 0,5 2 0,3 19 0,2-3 0,4-3 0,2 0 0,0 1 0,2-2 0,1 5 0,1-1 0,-1 3 0,-2 4 0,0 2 0,7-12 0,-1 3 0,1-2 0,7-9 0,-2 3 0,-8 16 0,0 0 0,-1 4 0,-2 2 0,21-23 0,-10 14 0,-11 14 0,-5 9 0,-3 3 0,7-3 0,-6 3 0,7-5 0,0-3 0,8-5 0,4-5 0,-1 1 0,-6 7 0,-9 6 0,-7 7 0,-2 2 0,-2 0 0,20-3 0,2 4 0,32 0 0,-19 10 0,6 7 0,-23 10 0,6 29 0,-11-9 0,-5-12 0,1 1 0,-2 0 0,0 0 0,6 17 0,-6-17 0,0-1 0,3 14 0,0 3 0,-4-10 0,-1 2 0,4 22 0,-5-20 0,-1-1 0,2 14 0,0-2 0,-5-20 0,1-1 0,3 19 0,0 9 0,2 3 0,-2-10 0,-4-18 0,1 2 0,1 2 0,0-1 0,4 22 0,-3-22 0,1-2 0,1 9 0,-1-8 0,4 13 0,-2-8 0,4 19 0,-2-7 0,-3-16 0,1 1 0,5 16 0,6 7 0,-8-28 0,-1-1 0,-3-2 0,0 3 0,8 25 0,-6-18 0,1 1 0,1-2 0,-1-3 0,7 13 0,1 2 0,-5-11 0,0 16 0,2 4 0,-6-14 0,-1-1 0,3 9 0,-6-22 0,0-1 0,-1 0 0,0-1 0,4 32 0,-1-11 0,-4-13 0,0-2 0,2 8 0,-2-11 0,-1-11 0,-2-6 0,0-4 0,0-4 0,-2-1 0,1-1 0,-2-6 0,0-9 0,0 3 0,0-4 0</inkml:trace>
  <inkml:trace contextRef="#ctx0" brushRef="#br1" timeOffset="146532">23917 9265 24575,'0'14'0,"0"42"0,0 9 0,1-12 0,1 5 0,3-9 0,1 1 0,1-2 0,0 6 0,2-2 0,6 16 0,2-8 0,1-13 0,0-15 0,-10-26 0,2-5 0,-1-3 0,1-1 0,2 0 0,1 1 0,0 0 0,1-2 0,3-7 0,-5-1 0,1-7 0,-1-16 0,1 1 0,0 3 0,4-4 0,4 0 0,4-4 0,1 0 0,-1-1 0,2-2 0,1-2-312,1 0 1,2-3 0,0-1 0,-2 2 311,2-5 0,-1 1 0,-1-2 0,-4 4 0,0-1 0,0-1 0,0-1-563,-1-2 1,1 0-1,-1 0 1,0-3 562,-3 7 0,0-2 0,0 0 0,0-2 0,0 0-492,2-6 1,0-1 0,-1-1 0,1 0-1,-2 1 492,-2 3 0,0 1 0,0-1 0,-1 0 0,-1-3 0,-2 5 0,-1-3 0,1-1 0,-2 1 0,0 2 0,-1 4-203,1-6 1,-1 4 0,0 1 0,-2 0 202,1-4 0,-1-1 0,-1 1 0,-1 5 295,-2 2 1,0 4-1,-1 3-295,0-2 0,0 1 967,-1-8 1,0 5-968,-3 5 2797,0 11-2797,2 2 1140,3 9-1140,8-11 3,-3 12-3,11-7 0,-10 18 0,7 2 0,12 11 0,5 7 0,2 4 0,5 5 0,0 1 0,8 5 0,0 1 0,-3 0 0,-2 1 0,-2 1 0,0 2 0,-4-3 0,3 2 0,-3 1 0,-5-2 0,5 11 0,-8 0 0,-4 1 0,-5 2 0,-1 8 0,-3 5 0,-6-12 0,-2 2 0,-1 5 0,1 7 0,-1 7 0,0 1 0,-1-5 0,-1 1 0,-1-3 0,0 2 0,-1-2 0,0 3 0,-1 0 0,-1-3 0,-1 3 0,-2-2 0,-1-3 0,1-11 0,-1-2 0,-1 2-144,1 11 0,0 3 0,0-4 144,0 6 0,0-2 0,0-1 0,0-1 0,0-5 0,0-1 0,0 6 0,0-2 0,1-15 0,0 0 0,1 10 0,2 2 0,4 8 0,2-1 0,-1-12 0,0 0 0,4 13 0,1-4 0,-5-23 0,0-5 432,8 19-432,-3-19 0,5 1 0,-4-10 0,7 5 0,-4-13 0,0-4 0,-2-6 0,0-2 0,4-16 0,12-30 0,-11 10 0,4-9 0,1-6 0,-1-1 0,-4 4 0,1-2 0,0-3 0,-1-1 0,1-1 0,1 0-654,1-3 0,0-2 1,1 0-1,0 0 0,-1-2 1,0 0 653,-3 3 0,-1-1 0,1-1 0,-1 0 0,-1 0 0,-1 1 0,0 2 0,-2 0 0,0 1 0,-1 1 0,-1 0 0,0-2 0,1-2 0,-2 2 0,0-2 0,1-2 0,-1-1 0,1 0 0,-1 1 0,-1 1 0,0 4 0,0-3 0,-1 3 0,0 1 0,0 1 0,0-1 0,0-2 0,1-7 0,1-3 0,0-1 0,-1 2 0,-1 4 0,-1 7 0,0-6 0,-1 7 0,-1 5 0,1-6 0,1 6 0,4-5 0,7 13 0,5 12 0,8-6 3922,13-7-3922,-18 20 0,0 4 0,-19 17 0,-2 2 0,2 6 0,15 17 0,-2 0 0,3 4 0,12 17 0,2 7 0,-6-6 0,0 3 0,0 2-190,-5-6 1,-1 0-1,-1 3 1,0 5 189,-4 0 0,1 5 0,-1 3 0,-1 1 0,-1-1 0,-2-3-583,0 0 1,-2-2-1,-1-1 1,0 2-1,-1 2 583,0 2 0,0 2 0,0 3 0,-1-1 0,-1 0 0,-2-2 0,-1 5 0,-2 0 0,-2-2 0,0-1 0,0-4-269,0-5 1,-1-3 0,-1-2 0,1 3 268,1 8 0,0 3 0,0-2 0,0-7-112,0 7 1,1-4 111,-1-16 0,0 2 0,2 0 0,0 3 0,2 0 0,1 1 0,0 0 0,1 1 0,2 1 0,5 10 0,1 2 0,-1-5 0,0-2 0,0-4 298,3 3 0,-2-8-298,-4-21 2792,-5-13-2792,-3-7 1289,1-3-1289,1-2 290,-1-1-290,3 0 0,-3 0 0,0 0 0,-3-1 0,-3 1 0,-1-2 0</inkml:trace>
  <inkml:trace contextRef="#ctx0" brushRef="#br1" timeOffset="169750">22751 4875 24575,'0'47'0,"0"-8"0,1 0 0,2 2 0,3-5 0,1 0 0,4 3 0,2 0 0,2 4 0,2 0 0,0-1 0,1-1 0,-2-2 0,-1 0 0,0-3 0,-1 0 0,-2-3 0,0 0 0,8 30 0,-11-31 0,0 2 0,0 2 0,-1 1 0,0 2 0,0 0 0,-1 0 0,1-2 0,-2-2 0,0-2 0,6 18 0,0-15 0,0-10 0,1-6 0,0-2 0,-2-4 0,-4 4 0,0 18 0,4 19 0,1-11 0,3 2 0,4 6 0,4 4 0,1-7 0,2 3 0,0-2 0,3 7 0,0-2 0,-6-14 0,0 0 0,-2-4 0,-3-5 0,-2-5 0,12 17 0,-7-12 0,-3-11 0,-7-8 0,-5 1 0,4 16 0,2 5 0,1-4 0,1 3 0,3 5 0,2 6 0,2-2 0,0-3 0,1 0 0,1 2 0,-1 1 0,2 3 0,-1 0 0,-1-2 0,2 3 0,-2-2 0,1 2 0,4 13 0,0 3 0,-4-8 0,-6-13 0,-2-4 0,1 5 0,-2-4 0,2 1 0,7 6 0,-7-18 0,8 1 0,1-11 0,25 18 0,-15-10 0,4 4 0,7 5 0,2 2 0,2 2 0,3 1 0,-10-8 0,1 0 0,-2-2 0,2 0 0,0-1 0,-5-3 0,2 1 0,-6-6 0,9 3 0,1-2 0,-31-17 0,20 24 0,8 7 0,-5-3 0,5 2 0,4 2 0,4 1 0,-2-4 0,4 1 0,-2-3 0,2 4 0,-1-2 0,-11-9 0,1 0 0,-5-4 0,7 2 0,-9-12 0,15-7 0,-15-4 0,8 0 0,3 1 0,9 1 0,3 0 0,-3 0 0,6 0 0,-2-1 0,4 2-293,0 0 0,4 0 0,0 1 1,-6 1 292,-3-1 0,-5 1 0,-1 0 0,16 4 0,-3 0 0,-12-1 0,-2-1 0,-2-2 0,-4-1 0,11 0 0,9-4 0,-13 0 0,-3 0 0,8 0 0,-6 0 0,2 0 0,3 0 0,7 0 0,1 0 0,4 0 0,-15 0 0,4 0 0,0 0 0,-1 0 0,-3 0 202,10 0 0,-5 0 0,2 0-202,5 0 0,1 0 0,-10 0 0,-14-1 0,-8 0 0,10-4 0,-19 0 0,0-9 0,20-9 0,-6 6 0,6-3 0,15-7 0,4 0-12,-18 8 1,2 0 0,0 1 11,0-1 0,1 1 0,-2 0 0,16-4 0,-2-1-53,-15 4 1,-1-1 0,-2 0 52,3-1 0,-1 0 0,10-11 0,-5 0 0,-8 5 0,-8 0 0,-17 2 594,17-28-594,-4 11 0,4-2 0,-7 8 0,2 0 0,0-1 54,1 0 0,2 0 0,1-1-54,9-11 0,2-1 0,-2 2 0,-1-3 0,0 0-177,-2 5 0,2-2 1,-4 1 176,-1-2 0,-3 0 0,3-5 0,0-3 0,-12 18 0,0 0 0,-1 0 0,9-18 0,-1 0 0,-1 2 0,1 1 0,1-4 0,-1 4 0,-11 22 0,0 2 0,16-25 0,-16 26 0,2-1 0,4-5 0,0 1 0,3-4 0,1-2-74,5-5 1,1-2 0,0 1 73,0 2 0,1 0 0,-1 1 0,-3 3 0,0 0 0,-4 5 0,-2 5 0,-3 2 0,-3 0 0,-3-1 0,-7-21 0,3 0 0,3-11 0,0 2 0,-4 13 0,-1 0 0,2-2-172,2-4 0,2-4 1,-1 0-1,0 5 172,-1 6 0,-2 4 0,0 0 0,6-16 0,-2 0 362,-1 3 0,1-1-362,-4 12 0,1-1 0,0 2 0,2-4 0,2 1 0,4-8 0,5 3 0,-1 16 0,2 4 0,4-2 0,3 1 0,1 0 0,3 1 356,15-7 1,-1 1-357,-20 14 0,0 2 0,10-6 0,-1 3 0,3 2 0,5 3 0,7 1 0,-16 6 0,0 1 0,17-1 0,-24 5 0,0 0 0,2 6 0,-2 0 0,0 0 0,0 0 0,1 0 0,1 0 0,23 0 0,-13 4 0,14 3 0,-22 5 0,-4 3 0,-2 3 0,2 6 0,-1 6 0,2 10 0,1 9 0,-15-17 0,1 4 0,3 5 0,3 6 0,-2-1 0,-4-6 0,0-1 0,0 2 0,7 12 0,2 3 0,-1 1 0,-1 2 0,-1 1 0,-2-4 0,-7-12 0,0-2 0,0 2 0,4 7 0,0 3 0,-2-5 0,-2-4 0,-3-4 0,-1-6 0,0-3 0,12 25 0,0-7 0,-6-15 0,1 0 0,12 18 0,-12-19 0,0-1 0,8 8 0,-1-4 0,-2-4 0,-2-4 0,-3-3 0,7 9 0,-6-8 0,7 7 0,-7-6 0,3 2 0,1 2 0,0-2 0,2 4 0,-11-14 0,-3-2 0,-13-14 0</inkml:trace>
  <inkml:trace contextRef="#ctx0" brushRef="#br1" timeOffset="175331">32026 11221 24575,'3'-13'0,"-10"-23"0,-6 3 0,-4-3 0,-8-10 0,-3-2 0,-3 2 0,-4-1 0,1 8 0,-3-1 0,2 2 0,-2-3 0,0 1 0,6 8 0,-3 0 0,3 1 0,-4-6 0,2 1 0,-1-2 0,-2-2 0,-3-1 0,-4-5 0,-2-1 0,3 4 0,-2-3 0,-1 1 0,2 1 0,7 6 0,0 2 0,0-1 0,-1-2 0,-3-3 0,-3-3 0,0-1 0,3 3 0,6 6 0,-5-7 0,4 3 0,0 1 0,-3-4 0,2 3 0,-8-9 0,1 4 0,8 8 0,-2 0 0,-3-4 0,-4-4 0,3 5 0,4 4 0,0 0 0,1 0 0,-2-3 0,3 5 0,5 7 0,2 1 0,-12-11 0,1 3 0,1 5 0,-3-2 0,-5 14 0,3 4 0,-4 0 0,-1 3 0,-2 1 0,6 1 0,-3-1 0,2 2 0,-7 0 0,1 2 0,6 0 0,-1 1 0,2 1 0,-4-1 0,1 1 0,-10 0 0,1 1 0,19 1 0,-1 3 0,-9 9 0,-5 4 0,4 0 0,5-4 0,0 1 0,-4 6 0,-4 3 0,6 0 0,12-3 0,3 0 0,-5 4 0,-3 2 0,-2 3 0,-3 4 0,2-1 0,-7 4 0,2 1 0,6-5 0,0 1 0,3-3 0,5-1 0,4-1 0,-17 20 0,17-11 0,1 3 0,3-4 0,0 1 0,-7 11 0,-1 3 0,-1 6 0,1 1 0,3-8 0,1 1 0,-5 11 0,2-1 0,10-16 0,1-3 0,4-5 0,1-2 0,-10 23 0,10-24 0,0 0 0,-5 11 0,-6 7 0,11-26 0,-10 9 0,-9 10 0,-9 8 0,1-1 0,11-17 0,3-6 0,-6 1 0,-4 2 0,6-5 0,-1 2 0,-7 3 0,-4 3 0,2 0 0,-7 5 0,1-1 0,2-2 0,1-2 0,10-6 0,4-2 0,-5 5 0,6 0 0,-7 9 0,2 0 0,-2 1 0,8-11 0,1 0 0,-6 7 0,3-3 0,6-10 0,-5 0 0,-3 2 0,-16 12 0,7-8 0,0 1 0,13-9 0,1-2 0,-23 14 0,3-3 0,7-9 0,-1 0 0,10-3 0,-1-2 0,-13 5 0,0-1 0,-7 2 0,3-3 0,17-9 0,2-2 0,-6-2 0,-9 0 0,-9-1 0,-8 4 0,26-3 0,5 1 0,20-2 0,-1 3 0,-3 1 0,5-2 0,2-1 0</inkml:trace>
  <inkml:trace contextRef="#ctx0" brushRef="#br1" timeOffset="179965">28445 9179 24575,'0'26'0,"1"9"0,3-1 0,3 1 0,3 20 0,2-11 0,1 0 0,4 8 0,-6-19 0,0 0 0,0 2 0,0-3 0,6 18 0,4 6 0,-5-22 0,10 16 0,-3-13 0,9 11 0,-5-20 0,0-8 0,-2-8 0,-2-6 0,3-9 0,-5-11 0,9-21 0,1-7 0,-11 10 0,0-3 0,12-19 0,-1-1 0,-15 20 0,-1 0 0,2-5 0,2-3 0,3-6 0,6-7 0,-6 14 0,5-7 0,2-2 0,-1 0 0,-1 3 0,0 1 0,-1 1 0,0 0 0,2-1 0,-1-1 0,3-3 0,0 0 0,-2 1 0,-3 6 0,1-4 0,-3 5 0,-2 2 0,5-3 0,0 1 0,3-5 0,4-5 0,-7 12 0,4-5 0,0-1 0,-2 2 0,4-4 0,-2 1 0,2-3-209,-3 2 0,2-3 0,-2 0 1,-3 4 208,-4 3 0,-3 2 0,-3 2 0,4-16 0,-3 0 0,-3 3 0,-2-4 0,-3-2 0,0-6 0,-1 4 0,3-3 0,-2-1 0,-1 6 0,-1-3 0,0 6 0,1 8 0,-1 5 0,-1 7 0,-1 5 0,3-4 0,-2 15 0,-1 17 835,4-3-835,4-2 0,5-3 0,6-1 0,-7 6 0,3 1 0,-6 6 0,8 0 0,15 3 0,6 2 0,-5 1 0,1 3 0,22 3 0,3 4 0,-22 1 0,-1 3 0,-3-1 0,5 4 0,-3 2 0,9 7 0,-5 1 0,-19-9 0,-3 1 0,0 2 0,-1 2 0,9 18 0,-2 2 0,-7-9 0,-1 1 0,7 14 0,-2 0 0,-9-14 0,-2-1 0,0 0 0,-2 1 0,1 4 0,-2 2 0,2 3 0,-1 2 0,0 4 0,0 1 0,-1 2 0,1 0 0,-1-1 0,-1 1 0,-2-7 0,0 2 0,0-2 0,1 6 0,-1 1 0,-1-10 0,0 2 0,0-3 0,1 2 0,-1-4 0,1 1 0,0-1 0,0-3 0,0-3 0,-2-5 0,0-2 0,3 25 0,-3-1 0,0 7 0,-2-25 0,0 2 0,0 4 0,2 4 0,-1-4 0,2 3 0,-1-3 0,2 4 0,0-1 0,3 13 0,0-7 0,-2-14 0,0-12 0,-4-22 0,3 0 0,6 1 0,30 11 0,-9-5 0,15 2 0,-26-10 0,-8-5 0,-5 0 0,-3 0 0,-2 0 0,1-1 0,4-5 0,16-15 0,7-7 0,-6 7 0,2-1 0,-3 1 0,0 1 0,25-18 0,-14 9 0,-13 10 0,-9 3 0,-8 6 0,-1-1 0,-3 3 0,0 0 0,-2 2 0,-1 1 0,-2 3 0</inkml:trace>
  <inkml:trace contextRef="#ctx0" brushRef="#br1" timeOffset="195065">31837 11055 24575,'7'5'0,"7"4"0,8 2 0,4 6 0,-1-1 0,-4 1 0,15 15 0,-11-7 0,0 2 0,1 0 0,0 0 0,1 3 0,0 0 0,-3-2 0,-1-1 0,13 14 0,-8-9 0,0 0 0,16 19 0,-1-4 0,-8-4 0,-13-17 0,-2 0 0,-1-2 0,-2-3 0,-2-2 0,1 1 0,-7-8 0,0 4 0,-2-3 0,-4-5 0,1 1 0,-3-8-1696,0-11 0,-1 5 0,1-6 0</inkml:trace>
  <inkml:trace contextRef="#ctx0" brushRef="#br1" timeOffset="316382">2974 7225 24575,'-15'-4'0,"7"62"0,4-12 0,1 8 0,1-9 0,1 4 0,-1 4 0,0 5-1119,-1-5 0,0 4 0,0 4 1,0 2-1,-1 0 0,1-1 1,-1-3 1118,1 2 0,-1-2 0,1-1 0,-1 0 0,0 2 0,0 3 0,1-4 0,-1 2 0,0 3 0,0 0 0,0 0 0,0-1 0,0-2 0,1-4-66,-1 13 0,0-4 1,1-2-1,-1-2 0,1 1 66,-1-3 0,1-1 0,0-1 0,0-1 0,-1-1 417,0 6 0,0-1 1,-1-2-1,0 1-417,0 4 0,-1 0 0,0-1 0,0-5 0,0-5 0,0-3 0,0-2 0,0 4 0,0-1 0,-2-8 0,-13 8 0,0-29 3812,-20-16-3812,-17-32 1339,17 0 1,-4-9-1340,8-1 0,-3-9 0,0-2 0,3 2 0,-2-2 0,4 1 0,-1-5 0,8 7 0,-2-5 0,2-2 0,1 3 0,6 6 0,-1-10 0,6 4 0,0-2 0,7 7 0,12 20 0,1 13 0,4 6 0,-4 2 0,-1 2 0</inkml:trace>
  <inkml:trace contextRef="#ctx0" brushRef="#br1" timeOffset="317248">2572 8274 24575,'29'0'0,"24"0"0,-13 0 0,3 0 0,8 0 0,3 0 0,12 0 0,-2 0 0,-17 0 0,-2 0 0,2 0 0,-3 0 0,7 0 0,3 0 0,9-1 0,5 0 0,-16-1 0,2 0 0,-4 0 0,4 0 0,-5 1 0,-6-2 0,-5 1 0,19 0 0,-25 2 0,-20 0 0,-6 0 0</inkml:trace>
  <inkml:trace contextRef="#ctx0" brushRef="#br1" timeOffset="319015">5203 8046 24575,'21'0'0,"14"0"0,3 0 0,5 2 0,-5 14 0,-8 27 0,-13-7 0,-2 5 0,-1 8 0,-2 5 0,-1-2 0,0 4 0,0-3 0,1 4 0,1 0 0,-2-6 0,1 2 0,0-8 0,10 14 0,-1-6 0,-14-41 0,-3-5 0</inkml:trace>
  <inkml:trace contextRef="#ctx0" brushRef="#br1" timeOffset="319848">5762 8032 24575,'-40'33'0,"0"0"0,-10 9 0,-1 3 0,15-12 0,0 0 0,1 1 0,1-2 0,1-1 0,2-1 0,-5 4 0,6-5 0,2 0 0,14-15 0</inkml:trace>
  <inkml:trace contextRef="#ctx0" brushRef="#br1" timeOffset="320601">6214 8496 24575,'4'14'0,"-2"12"0,-2-9 0,0 7 0,0-11 0,0-1 0,0 1 0,0-1 0,0-5 0,0-2 0,0-6 0</inkml:trace>
  <inkml:trace contextRef="#ctx0" brushRef="#br1" timeOffset="322149">6496 7888 24575,'12'0'0,"5"0"0,18 0 0,-4 5 0,-8 19 0,-9 30 0,-10-11 0,-2 6 0,-1 9 0,0 7 0,-1-6 0,1 4 0,0-5 0,0 4 0,2-3 0,-1 9 0,1-9 0,3-22 0,3-23 0,1-18 0,17-21 0,6-9 0,-1 4 0,2-4 0,3 0 0,3-4 0,-1 1 0,-3 5 0,0 0 0,1-1 0,8-13 0,1-3 0,-3 3 0,0-1 0,-4 1 0,-8 8 0,-2-2 0,-6 6 0,-2-10 0,-12 14 0,-5 10 0,-10 3 0,1 14 0,-4 40 0,-2 25 0,6-22 0,-1 6 0,-1 3 0,-2 7 0,-1 4 0,0 2-617,0-5 0,0 2 1,0 2-1,0 0 617,1-7 0,0 1 0,0 1 0,0 1 0,1 1 0,0-1 0,0 1 0,0 2 0,0 0 0,1-3 0,0-2 0,0 6 0,-1-4 0,2-1 0,-1 1 0,1 1 0,0 2 0,0-4 0,2-10 0,2-8 0,-3-7 0,-19 24 0,3-30 0,-6-1 0,-13 6 0,-10-1 0,3-10 0,-7-1 0,-3-1 0,5-2 0,2-2 0,3-1 0,-4-2 0,0-2 0,-4 1 0,1-3 0,8-5 0,2-7 0,7-6-1080,-14-16 1,29 9 0,13 2 0</inkml:trace>
  <inkml:trace contextRef="#ctx0" brushRef="#br1" timeOffset="323199">7630 8613 24575,'3'19'0,"0"4"0,-3 4 0,0-10 0,0-5 0</inkml:trace>
  <inkml:trace contextRef="#ctx0" brushRef="#br1" timeOffset="324748">8078 7754 24575,'-9'-7'0,"10"3"0,54 1 0,0 3 0,-3 0 0,2 0 0,-14 0 0,-2 0 0,-3 0 0,-1 0 0,24 0 0,-27 0 0,0 0 0,5 1 0,-7 4 0,11 4 0,-16 16 0,-12 1 0,-5 25 0,-12 7 0,-1-22 0,-4 4 0,-5 1 0,-5 4 0,1-4 0,-1 1 0,-2 0 0,-5 7 0,-4 5 0,3-6 0,6-11 0,0-2 0,-6 14 0,2-2 0,-3 5 0,10-15 0,9-15 0,8-11 0,5-7 0,52-9 0,3-1 0,-8 2 0,2-1 0,-10 3 0,-3 0 0,25-2 0,-21 0 0,-19 3 0,-11-2 0,-6 0 0,-5 0 0,-1 0 0,-3 2 0</inkml:trace>
  <inkml:trace contextRef="#ctx0" brushRef="#br1" timeOffset="325531">8246 8139 24575,'44'0'0,"1"0"0,7 0 0,3 0 0,8 0 0,1 0 0,-5 0 0,-2 0 0,-11 0 0,-5 0 0,10 0 0,-27 0 0,-15 0 0</inkml:trace>
  <inkml:trace contextRef="#ctx0" brushRef="#br1" timeOffset="328548">3343 7124 24575,'-14'0'0,"-4"0"0,-6 0 0,-3 0 0,1 0 0,2 0 0,4 0 0,4 2 0,3 6 0,0 5 0,0 5 0,1 0 0,2-2 0,1-2 0,1-1 0,-3 5 0,3-4 0,0 4 0,2-6 0,-5 3 0,2-4 0,-7 5 0,7-7 0,-2 0 0,0-1 0,5-1 0,-3-1 0,2-1 0,-2-3 0,0 0 0,0 2 0,3-1 0,0 0 0,1-1 0,1-4 0,2 2 0,1-3 0</inkml:trace>
  <inkml:trace contextRef="#ctx0" brushRef="#br1" timeOffset="334833">2532 6726 24575,'0'0'0</inkml:trace>
  <inkml:trace contextRef="#ctx0" brushRef="#br1" timeOffset="370449">4034 7790 24575,'-3'10'0,"0"16"0,3 29 0,0-13 0,-1 3 0,-2 9 0,-1 3 0,-1 7 0,-2 1 0,0-2 0,0-1 0,0-2 0,0-1 0,3-8 0,1-2 0,1-8 0,1-3 0,1 25 0,0-18 0,2-8 0,3-3 0,5 3 0,3 0 0,2-4 0,-2-9 0,0-10 0,-1-8 0,-5-4 0,-2-2 0</inkml:trace>
  <inkml:trace contextRef="#ctx0" brushRef="#br1" timeOffset="371850">4380 7947 24575,'0'34'0,"0"17"0,0-16 0,0 2 0,0 4 0,0 2 0,0 13 0,0 0 0,0-17 0,0-2 0,0 7 0,0-3 0,0 4 0,0 14 0,0-11 0,0 15 0,0-3 0,0-21 0,1 1 0,4-29 0,2-13 0,7-10 0,2-8 0,3-4 0,1 2 0,0 1 0,3 1 0,16-4 0,-7 7 0,10-2 0,-17 11 0,-4 2 0,-4 2 0,-2 2 0,-6 0-1696,0 3 0,-6-1 0,-2 2 0</inkml:trace>
  <inkml:trace contextRef="#ctx0" brushRef="#br1" timeOffset="372817">4295 8433 24575,'2'-4'0,"10"2"0,13 2 0,15-4 0,7-2 0,1-2 0,-3-2 0,-7 2 0,-6 3 0,-2 3 0,-10 1 0,-2 1 0,-9 0 0,-5 0 0,0 0 0</inkml:trace>
  <inkml:trace contextRef="#ctx0" brushRef="#br1" timeOffset="373717">4834 8749 24575,'0'12'0,"0"24"0,0-10 0,0 15 0,0-25 0,0-4 0,0-2 0,0-1 0,0 2 0,0 2 0,0-5 0,0-1 0,0-4 0,0-3 0</inkml:trace>
  <inkml:trace contextRef="#ctx0" brushRef="#br1" timeOffset="375416">9278 7756 24575,'-1'29'0,"4"13"0,8 18 0,-5-26 0,-1 0 0,3 27 0,-4-9 0,-4-10 0,0-5 0,0 18 0,-2-9 0,-2 14 0,-2-21 0,-5 7 0,5-18 0,-1 2 0,5-15 0,0 2 0,0-6 0,0 3 0,1-9 0,-1 0 0,2 4 0,0-2 0,-1 4 0,0 1 0,-1 0 0,1 2 0,-1-1 0,0-1 0,0-1 0,-2-1 0,-1 0 0,1-2 0,0-1 0,-1-2 0,0-1 0,-1-2 0,-5-21 0,7 14 0,-3-15 0</inkml:trace>
  <inkml:trace contextRef="#ctx0" brushRef="#br1" timeOffset="377035">4038 4323 24575,'-6'-10'0,"-10"4"0,-11 3 0,-9 9 0,-8 6 0,3 7 0,-2 7 0,15-6 0,3 8 0,13 3 0,-1 29 0,6-15 0,2 3 0,0 9 0,1 3 0,1-15 0,2 2 0,0 0 0,0 0 0,1-1 0,0 3 0,0 10 0,0 2 0,0-3 0,0 3 0,0-2 0,0 10 0,0-6 0,0 0 0,0-8 0,0-5 0,-8-15 0,-4 0 0,-19 7 0,-14 5 0,-4-36 0,6-11 0,-13-21 0,22-8 0,-2-20 0,29 8 0,4 16 0,3 12 0</inkml:trace>
  <inkml:trace contextRef="#ctx0" brushRef="#br1" timeOffset="377817">3552 5058 24575,'13'-3'0,"18"0"0,31 3 0,-18 0 0,4 0 0,4 0 0,1 0 0,-3 0 0,-1 0 0,0 0 0,-5 0 0,5 0 0,-8 0 0,-33 1 0,-5 3 0,-2-2 0,-1 2 0</inkml:trace>
  <inkml:trace contextRef="#ctx0" brushRef="#br1" timeOffset="378983">4183 5057 24575,'8'-3'0,"6"1"0,9 1 0,6 1 0,1 3 0,2 23 0,-15 6 0,-3 30 0,-12-26 0,-2 3 0,0 7 0,0 5 0,0-2 0,0 7 0,0 1 0,0-9 0,0 2 0,0-7 0,0 24 0,0-26 0,0-20 0,0-17 0,3-13 0,5-9 0,7-6 0,14-10 0,-5-1 0,-2-2 0,4-10 0,0 3 0,4-7 0,1-2 0,-3 4 0,1-2 0,-2 3 0,3-3 0,1-2 0,4-3 0,-2 2 0,-4 9 0,-4 5 0,-4 9 0,5-5 0,-15 27 0,-7 14 0,-5 4 0,1-2 0,-1-3 0</inkml:trace>
  <inkml:trace contextRef="#ctx0" brushRef="#br1" timeOffset="379483">4285 4786 24575,'0'0'0</inkml:trace>
  <inkml:trace contextRef="#ctx0" brushRef="#br1" timeOffset="380833">5052 5226 8191,'3'0'0,"-1"-10"5063,0-12-5063,-2-16 2818,0-3-2818,0 0 1719,0 9-1719,0 13 6784,-20 8-6784,-7 6 0,-21 1 0,-2 4 0,-1 0 0,5 0 0,9 2 0,11 7 0,13 25 0,7-2 0,5 17 0,1-12 0,0 4 0,0 2 0,0 14 0,0-21 0,0 3 0,0 8 0,0 4 0,0 1 0,0 5 0,0-4 0,1 8 0,0-2 0,2 10 0,2-7 0,9-8 0,9-29 0,6-19 0,7-14 0,1-13 0,0-6 0,8-17 0,-8 8 0,4-6 0,-13 14 0,-9 9 0,-10 10 0,-5 4 0</inkml:trace>
  <inkml:trace contextRef="#ctx0" brushRef="#br1" timeOffset="381699">4757 5163 24575,'8'0'0,"9"0"0,22 0 0,6 0 0,-1 0 0,2 0 0,-15 0 0,0 0 0,-11 0 0,0 0 0,-2 0 0,7 4 0,-10-1 0,1 2 0,-12-3 0</inkml:trace>
  <inkml:trace contextRef="#ctx0" brushRef="#br1" timeOffset="382585">5530 4526 24575,'0'28'0,"0"38"0,0-9 0,0 7 0,0-11 0,0 2 0,0 4 0,0-4 0,0 3 0,0 0 0,0-4 0,0-3 0,0-3 0,0-1 0,0 3 0,0-1 0,0-9 0,0-3 0,0-17 0,0-8 0,11 9 0,8-5 0,11 5 0,2-11 0,-4-7 0,-3-15 0,0-16 0,-3-11 0,-1-14 0,-11 26 0,-2 2 0</inkml:trace>
  <inkml:trace contextRef="#ctx0" brushRef="#br1" timeOffset="384166">6257 4957 24575,'-8'-3'0,"-11"0"0,6 2 0,-5 1 0,13 0 0,4 21 0,1 20 0,2 11 0,0 4 0,1-17 0,1 1 0,1 14 0,2-6 0,3-18 0,2-13 0,-3-19 0,3-4 0,4-3 0,10-18 0,-5 6 0,5-11 0,-11 9 0,9-19 0,4-9 0,-7 14 0,2-1 0,2-4-540,3-8 1,2-4 0,1-3 0,0 1 539,-1 1 0,0 0 0,1-1 0,-2 1 0,-1 1 0,0 0 0,-1 0 0,-2 3-79,3-9 1,-2 3 0,-3 3 78,0-3 0,-5 6 0,0-12 0,-14 35 0,-9 18 0,-27 9 2129,-9 6-2129,-4 3 263,9 10-263,25 7 0,6 33 0,3 11 0,-1-8 0,-1 5 0,2-12 0,0 6 0,0 2 0,0 1 0,0-6 0,0 2 0,0 1 0,0-1 0,0-4-237,0-1 0,1-3 0,-1 0 1,1 0 236,0 7 0,0 2 0,0-3 0,1-10 0,-1-5 0,2-8 0,5 8 0,16-13 0,22-2 0,0-10 0,4-1 0,-14-6 0,1-1 0,8 1 0,-4-3 947,-7-4-947,-10-2 0,-7 0 0,-8 1 0,-1-1 0</inkml:trace>
  <inkml:trace contextRef="#ctx0" brushRef="#br1" timeOffset="456283">9572 9396 24575,'46'0'0,"-1"0"0,1 0 0,8 1 0,0-1 0,4 2 0,-4 0 0,2 1 0,2 1 0,0 0-212,3 1 1,1 1-1,1 1 1,2 0 211,-5 1 0,4 1 0,0 1 0,-2 0 0,-3-1-235,-4 0 0,-3-1 1,-1 1-1,0 0 235,4 1 0,1 0 0,-3 0 0,-8-2 0,-3 0 0,-6 0 86,0 1 0,-6 0 0,-2-2 1,-2 2-1</inkml:trace>
  <inkml:trace contextRef="#ctx0" brushRef="#br1" timeOffset="457651">10483 9093 24575,'60'3'0,"1"0"0,-1 0 0,-8 4 0,-1 1 0,5 1 0,-3 0 0,8 0 0,1 1 0,-2 0 0,-6 0 0,2 4 0,-5-1 0,-2 2 0,2 0 0,0 1 0,-10-3 0,4 5 0,-16-3 0,-14-6 0,-2 0 0,-7-4 0,-2 1 0,-1-1 0,-2 2 0,0 1 0,-1 2 0,0 2 0,-5 24 0,-10-5 0,-6 6 0,-5 1 0,3-10 0,-2-1 0,-10 11 0,-2 0 0,5-6 0,1-1 0,-3 2 0,0 1 0,0 0 0,-2 1 0,3-4 0,-2 1 0,1-2 0,-3 4 0,1-2 0,-11 7 0,1-3 0,-5 2 0,7-9 0,11-7 0,7-5 0,3-1 0,8-6 0,3-2 0,4-5 0,-1-18-1696,-6-26 0,7 15 0,-1-12 0</inkml:trace>
  <inkml:trace contextRef="#ctx0" brushRef="#br1" timeOffset="461950">12902 9068 24575,'0'20'0,"0"16"0,0 21 0,0-19 0,-1 4 0,-2 5 0,-1 2 0,-1 3 0,-3 1 0,-2 3 0,-1-1 0,-3 0 0,-2-1 0,1-3 0,0-1 0,-1-4 0,0-1 0,1-4 0,0-1 0,1-2 0,0-1 0,-1 0 0,0-2 0,1-1 0,1-2 0,-9 25 0,4-15 0,7-14 0,3-15 0,4-20 0,1-22 0,2-22 0,1 18 0,0-3 0,-1-2 0,3-5 0,11-6 0,6-5 0,2 0 0,1 6 0,1 0 0,4-2-404,3-1 1,4-3 0,2 0 0,-1 3 403,-3 10 0,0 2 0,1 2 0,1-1-157,3-1 1,3 0-1,-2 2 1,-2 3 156,11-9 0,-2 5 0,-2 3 0,-4 8 0,-12 16 0,-10 6 0,-4 4 1559,-1 1-1559,-1 0 680,3 1-680,5 4 0,2 8 0,0 11 0,-6 10 0,-7 9 0,-5 7 0,-3 6 0,-4 5 0,1-29 0,-2 3 0,-4 21 0,0 3 0,-1-10 0,1 0 0,-2 16 0,0 0 0,4-17 0,0-4 0,2-4 0,0-3 0,0 23 0,3-19 0,1-14 0,1-11 0,4-6 0,1-5 0,26-15 0,4-2 0,25-11 0,-4 1 0,0 2 0,-7 1 0,-6 2 0,-16 9 0,-5 1 0,-18 7 0,0 0 0,-6 0 0</inkml:trace>
  <inkml:trace contextRef="#ctx0" brushRef="#br1" timeOffset="464352">14982 9019 24575,'-16'5'0,"1"4"0,-2 8 0,-3 14 0,0 7 0,4 4 0,3-3 0,6 3 0,1 4 0,-2 2 0,0 15 0,2-26 0,2 7 0,7-6 0,5-3 0,3 2 0,8 26 0,-5-27 0,2-3 0,8-2 0,30-9 0,11-2 0,-19-5 0,2 0 0,10 2 0,6 1 0,-5-2 0,-2-2 0,-5-1 0,-6-2 0,-3-2 0,13 1 0,-25-5 0,-18-4 0,-7-1 0</inkml:trace>
  <inkml:trace contextRef="#ctx0" brushRef="#br1" timeOffset="465600">15812 8814 24575,'0'32'0,"0"26"0,0-12 0,0 5 0,0 6 0,0 2 0,-1 0 0,0 0 0,1-8 0,-2-1 0,-3-2 0,0-4 0,-2 14 0,-4-4 0,7-29 0,3-3 0,1-2 0,0 0 0,1-2 0,5-2 0,25 5 0,4-8 0,20 1 0,-8-10 0,-4-4 0,-6-12 0,-12 1 0,-4-6 0,-12 4 0,0 4 0,-5 3 0,-1 2 0</inkml:trace>
  <inkml:trace contextRef="#ctx0" brushRef="#br1" timeOffset="466450">15438 9192 24575,'63'0'0,"0"0"0,1 0 0,-19 0 0,-2 0 0,4 0 0,11 0 0,6 0 0,-1 0 0,-6 0 0,9 0 0,-8 0 0,-14 0 0,-7 0 0,3 0 0,-27 0 0</inkml:trace>
  <inkml:trace contextRef="#ctx0" brushRef="#br1" timeOffset="467466">16575 9509 24575,'0'12'0,"0"3"0,0 1 0,-1 4 0,-3 0 0,-3-1 0,-4-1 0,-11 9 0,5-8 0,-15 15 0,13-12 0,1-2 0,6-7 0,8-13 0,1 0 0,2-4 0</inkml:trace>
  <inkml:trace contextRef="#ctx0" brushRef="#br1" timeOffset="471601">17687 8847 24575,'0'23'0,"0"12"0,-2 1 0,-1 3 0,-8 26 0,4-20 0,-2 0 0,-3-11 0,-3-1 0,-1 3 0,-1 0 0,-5 3 0,-2 1 0,-11 16 0,0-2 0,12-18 0,1-2 0,-7 11 0,1-7 0,5-16 0,3-9 0,-11-32 0,5-7 0,-15-24 0,7-2 0,4-3 0,10 2 0,14 18 0,3 1 0,-1-17 0,5-11 0,2 23 0,1 1 0,0 5 0,-2 2 0,-1 2 0,-1 1 0,0 2 0,0 2 0,2 7 0,2 7 0,4 5 0,3 5 0,4 2 0,7 4 0,13 7 0,19 12 0,-2 5 0,2 4 0,-11-6 0,-1 2 0,-6-3 0,2 2 0,-6-2 0,-2 2 0,-4 0 0,4 7 0,-3 1 0,10 14 0,-16-18 0,0-2 0,4 5 0,-4-7 0,0-2 0,-6-10 0,-4-3 0,-6-9 0</inkml:trace>
  <inkml:trace contextRef="#ctx0" brushRef="#br1" timeOffset="472683">18292 9392 24575,'0'-5'0,"0"14"0,0 16 0,0 33 0,0-12 0,0 7 0,0-28 0,-6 0 0,3-9 0,-5-1 0,3-5 0,0-5 0,-1 4 0,4-7 0,0 1 0</inkml:trace>
  <inkml:trace contextRef="#ctx0" brushRef="#br1" timeOffset="474716">18865 10462 24575,'0'-46'0,"0"-1"0,0 0 0,0-8 0,0-3 0,0-1 0,0-6 0,0-1 0,0-1-664,0 14 0,0 0 0,0-1 0,0 1 664,0-14 0,0 1 0,0 1 0,0 7 0,0 1 0,0 1 281,0 6 1,0 2-1,0-1-281,1-4 0,-1 1 0,2 3 0,1 0 0,2 2 219,5-12 0,3 7-219,9 9 0,10 2 0,-8 23 1374,-1 5-1374,6 5 0,35 6 0,-16 1 0,-13 0 0,-3 2 0,2-1 0,-7 1 0,12 27 0,-15-7 0,6 35 0,-24-24 0,-1 11 0,-10-1 0,-14 6 0,-1-3 0,-15-2 0,4-14 0,-3 0 0,-2 0 0,1-3 0,3-6 0,6-6 0,6-7 0,3-3 0,5-4 0,5-4 0,8-4 0,10-2 0,12-1 0,12 5 0,9 2 0,14 2 0,5 2 0,-22 5 0,-1 0 0,15 4 0,-2 8 0,-33-4 0,-8-1 0,1 17 0,-5-1 0,1 18 0,-7-2 0,-1 6 0,-1 1 0,0-2 0,-4-3 0,-7-6 0,-24 6 0,-12-15 0,8-11 0,-5-3 0,-5-4 0,-4-4 0,-8 3 0,-4-3 0,12-3 0,-2-1 0,3-1 0,-3 1 0,4-1 0,-1-1 0,8-2 0,23-1 0,15 0 0</inkml:trace>
  <inkml:trace contextRef="#ctx0" brushRef="#br1" timeOffset="475967">19868 8770 24575,'40'18'0,"4"9"0,9 13 0,-26-19 0,-1 4 0,7 13 0,-1 2 0,-8-6 0,-2 0 0,6 13 0,-2 2 0,-9-11 0,-3 0 0,3 11 0,-2-1 0,2 15 0,-9-28 0,-3 0 0,-6 10 0,-5-15 0,-4 8 0,-5-15 0,-2 5 0,-19 26 0,8-11 0,8-12 0,0-1 0,-4 6 0,5-9 0,2-3 0,8-13 0,-5-5 0,12-8 0,-4 0 0</inkml:trace>
  <inkml:trace contextRef="#ctx0" brushRef="#br1" timeOffset="487185">12579 11087 24575,'19'1'0,"2"7"0,0 12 0,-3 12 0,-7 19 0,-8-18 0,-2 3 0,0 10 0,-2 4 0,0 11 0,-2 5 0,-1-16 0,-1 2 0,-3 3 0,-2-2 0,-2 4 0,-1 0 0,1-4 0,-1 1 0,0-3 0,-2 2 0,-4 8 0,-3 2 0,4-10 0,6-19 0,0-6 0,-7 3 0,13-47 0,8-39 0,5 12 0,3-3 0,9-11 0,5-3 0,-4 17 0,3 0 0,5-2 0,5 1 0,6-1 0,1 0 0,-1 4 0,1 0 0,-1 3 0,2 1 0,8-5 0,3 1 0,-5 7 0,-7 12 0,-5 6 0,14 0 0,-17 11 0,-5 3 0,4 2 0,5 0 0,5 0 0,1 0 0,17 3 0,-17 3 0,8 8 0,-25 29 0,-12 5 0,-9-5 0,-4 4 0,-5 1 0,-2 1 0,-3 8 0,-1 3 0,0-10 0,-1 3 0,0-4 0,1 4 0,1-4 0,-3 5 0,2-7 0,6-14 0,4-18 0,5-8 0,15-3 0,38-5 0,-4-7 0,4 1 0,-24-7 0,-18 4 0,-6 4 0,-1 1 0</inkml:trace>
  <inkml:trace contextRef="#ctx0" brushRef="#br1" timeOffset="488319">14755 11243 24575,'-31'41'0,"5"-8"0,-3 4 0,-7 9 0,-1 2 0,1 0 0,1-1 0,3-1 0,4-4 0,-3 17 0,15-14 0,7-7 0,5-1 0,4-16 0,0 4 0,4-4 0,7 10 0,10 15 0,13 11 0,-14-27 0,2-1 0,1-3 0,-1-1 0,18 11 0,-5-13 0,-14-14 0,5-4 0,9-5 0,21-3 0,-3-1 0,2-1 0,-17 1 0,-2 0 0,5-1 0,-6 1 0,-17 1 0</inkml:trace>
  <inkml:trace contextRef="#ctx0" brushRef="#br1" timeOffset="489600">15351 11158 24575,'0'21'0,"0"13"0,0 20 0,0-20 0,0 2 0,0 3 0,0 2 0,0 1 0,-2 1 0,-6 10 0,0-2 0,3-14 0,-1-1 0,-4 2 0,-1 1 0,3-1 0,0 0 0,-1 20 0,2-16 0,1-2 0,2 8 0,2-15 0,2-13 0,1-4 0,5-4 0,9 1 0,26 2 0,-10-8 0,5-1 0,26 1 0,2-3 0,-16 0 0,0-2 0,8 0 0,-4-2 0,-8 0 0,-18 0 0,-13-1 0,-6-2 0,-4 2 0,-2-2 0</inkml:trace>
  <inkml:trace contextRef="#ctx0" brushRef="#br1" timeOffset="490567">14960 11564 24575,'-3'-3'0,"14"1"0,43 1 0,-2 1 0,11 0 0,-4 0 0,9 0 0,2 0 0,-6 0 0,-1 0 0,-4 0 0,2 0 0,-2 0 0,5 0 0,-5 0 0,-12 0 0,7 0 0,-26 0 0</inkml:trace>
  <inkml:trace contextRef="#ctx0" brushRef="#br1" timeOffset="491634">16288 12099 24575,'-4'7'0,"-1"2"0,-4 2 0,-2 1 0,0 0 0,2-2 0,1 0 0,2-3 0,0 1 0,2-3 0,1 0 0,0-1 0,-1 1 0,0-3 0,1 0 0,2-3 0</inkml:trace>
  <inkml:trace contextRef="#ctx0" brushRef="#br1" timeOffset="493651">16854 11572 24575,'33'0'0,"-7"0"0,19 2 0,-17 14 0,-6 23 0,-9 24 0,-9-22 0,0 5 0,-1 0 0,-1 9 0,1 0 0,0-7 0,-1 2 0,1-3 0,1 0 0,-1-3 0,1-8 0,0-3 0,4 13 0,-2-18 0,-1-12 0,0-3 0,-2-3 0,1-1 0,-2-5 0,-1-2 0</inkml:trace>
  <inkml:trace contextRef="#ctx0" brushRef="#br1" timeOffset="494517">17361 11777 24575,'-48'11'0,"1"-1"0,-1 1 0,1 4 0,1 2 0,-4 1 0,2-1 0,-4 1 0,0 1 0,4 0 0,0 1 0,2 1 0,3-2 0,-5 2 0,7-3 0,3-5 0,21-10 0,13-3 0,4-3 0</inkml:trace>
  <inkml:trace contextRef="#ctx0" brushRef="#br1" timeOffset="495216">17777 12031 24575,'0'9'0,"0"1"0,0 8 0,0 0 0,0 0 0,0-3 0,0-5 0,0-5 0,0-1 0</inkml:trace>
  <inkml:trace contextRef="#ctx0" brushRef="#br1" timeOffset="496917">18016 11533 24575,'0'15'0,"0"8"0,0 13 0,0 13 0,0 8 0,0 4 0,0-2 0,0-7 0,1-9 0,4-7 0,18 24 0,5-10 0,-2-9 0,1-1 0,7 1 0,4-3 0,-22-32 0,10-16 0,15-21 0,-7 0 0,6-7 0,-2 1 0,6-8 0,1-2 0,-3 3 0,2-3 0,-5 2 0,-5 2 0,-6 1 0,-5 5 0,-3 1 0,5-22 0,-15 7 0,-6 18 0,-4 8 0,0 13 0,0 12 0,0 9 0,0 12 0,0 12 0,-1 6 0,0 4 0,-2 0 0,-1 4 0,0-4 0,-1 4 0,-1 4 0,-2 0 0,-1 4 0,-1 1 0,1-5 0,1 0 0,-1-4 0,0 2 0,-3 16 0,0 3 0,0-10 0,4-16 0,-1-5 0,-10 25 0,2-26 0,-1-1 0,-13 13 0,10-17 0,-2-3 0,-10 1 0,-10-8 0,-12-13 0,-1-4 0,10 2 0,1-5 0,0 0 0</inkml:trace>
  <inkml:trace contextRef="#ctx0" brushRef="#br1" timeOffset="497700">19178 12142 24575,'0'11'0,"0"4"0,0-8 0,0 2 0</inkml:trace>
  <inkml:trace contextRef="#ctx0" brushRef="#br1" timeOffset="499084">19647 11355 24575,'33'0'0,"11"0"0,4 0 0,-2 0 0,-10 0 0,-16 0 0,-5 1 0,-2 5 0,10 16 0,-6 0 0,3 13 0,-14-3 0,-3 14 0,-10 16 0,-10-4 0,-5 3 0,4-12 0,-2 1 0,-3 1 0,-4 2 0,3-5 0,4-10 0,1-3 0,-3 6 0,3-4 0,3-7 0,5-8 0,5-5 0,4-5 0,4-4 0,33-10 0,12-5 0,-8 0 0,6 0 0,14-4 0,0 1 0,-20 3 0,-1 0 0,9-2 0,-8 1 0,-20 4 0,-10 1 0</inkml:trace>
  <inkml:trace contextRef="#ctx0" brushRef="#br1" timeOffset="499883">19562 11697 24575,'22'0'0,"27"0"0,10 0 0,-18 0 0,2 0 0,4 0 0,4 0 0,-6 0 0,21 0 0,-29 0 0,-20 0 0</inkml:trace>
  <inkml:trace contextRef="#ctx0" brushRef="#br1" timeOffset="500934">20095 11231 24575,'31'3'0,"18"20"0,5 7 0,-15-9 0,1 1 0,0 1 0,3 3 0,-7 0 0,6 19 0,-21-9 0,-16 2 0,-5 2 0,-3 24 0,0-16 0,-1 0 0,-6 15 0,-3-12 0,3-14 0,1-11 0,1-1 0,2-8 0,-2 12 0,2-11 0,-1 10 0,0-6 0,-2 4 0,-1 5 0,-4 5 0,5-13 0,1-6 0,6-15 0</inkml:trace>
  <inkml:trace contextRef="#ctx0" brushRef="#br1" timeOffset="502967">12374 15469 24575,'34'0'0,"-1"1"0,4 5 0,-8 7 0,-15 14 0,-7 34 0,-8-12 0,-4 7 0,-2-7 0,-2 4 0,-2 1-318,-2 6 1,-2 1-1,-1-1 318,-1-3 0,-2-1 0,0-2 0,2-8 0,0-2 0,0-3 0,-1 2 0,2-5 0,-8 9 0,9-22 0,2-12 0,6-32 0,16-19 0,8-7 0,5 0 0,6-3 0,-2 5 0,4-3 0,1 4 0,16-6 0,3 4 0,-2 4 0,-1 3 476,-6 7 1,-2 3-477,-8 6 0,-1 3 0,8-1 0,-18 20 0,-8 30 0,-1 11 0,-1 5 0,1 5 0,0-1 0,0 1 0,0 5 0,-1-1 0,-2-14 0,-2-5 0,-3 9 0,1-30 0,0-7 0,3-4 0,25-3 0,11-3 0,-1 2 0,3-2 0,1 1 0,5-2 0,-3 0 0,16-2 0,-4-3 0,-5-2 0,-6-2 0,4-2 0,-19-1 0</inkml:trace>
  <inkml:trace contextRef="#ctx0" brushRef="#br1" timeOffset="503884">14235 15633 24575,'-6'9'0,"-3"3"0,-25 45 0,13-18 0,3-5 0,2 0 0,5 10 0,6-1 0,2 1 0,1-4 0,2-11 0,0-5 0,5 9 0,1-12 0,7 12 0,9-10 0,15 6 0,16 3 0,-12-10 0,2-1 0,14 7 0,-24-13 0,-5-3 0,-13-5 0,-7-4 0</inkml:trace>
  <inkml:trace contextRef="#ctx0" brushRef="#br1" timeOffset="505016">14873 15492 24575,'-4'19'0,"1"19"0,3 28 0,1-25 0,-2 2 0,0 5 0,-3 5 0,-4 0 0,-4 5 0,1-4 0,-1 5 0,-1-2 0,-1-6 0,-1 2 0,1-6 0,3-11 0,1-3 0,-6 25 0,7-21 0,4-7 0,5-16 0,6-8 0,17-5 0,26-8 0,-5-1 0,10-3 0,-6 0 0,-3 1 0,-2-2 0,3 0 0,4 0 0,-12 0 0,-7-3 0,-12 3 0,-11 6 0,-4 2 0</inkml:trace>
  <inkml:trace contextRef="#ctx0" brushRef="#br1" timeOffset="505883">14543 15890 24575,'24'0'0,"31"0"0,5 0 0,7 0 0,-17 0 0,1 0 0,1 0 0,-1 0 0,0 0 0,-1 0 0,19 0 0,-8 0 0,-5 0 0,-16 0 0</inkml:trace>
  <inkml:trace contextRef="#ctx0" brushRef="#br1" timeOffset="506567">15499 16219 24575,'0'20'0,"0"13"0,0 12 0,0 2-2126,0-15 0,0-16 0,0-9 1</inkml:trace>
  <inkml:trace contextRef="#ctx0" brushRef="#br1" timeOffset="508283">16822 15546 24575,'-1'36'0,"0"1"0,-4 7 0,-3 1 0,-3 6 0,-1 0 0,-2 0 0,-2-3 0,1-10 0,0-2 0,-11 22 0,6-22 0,-3 1 0,2-7 0,-2 0 0,-7 10 0,-3 0 0,-1-5 0,1-3 0,-12 9 0,-2-4 0,26-29 0,-13-6 0,8-10 0,-15-10 0,10-13 0,-2-10 0,4-1 0,7 2 0,7 7 0,7-16 0,6 7 0,8-20 0,9 12 0,16-7 0,-5 24 0,6 4 0,-11 24 0,4 3 0,12 2 0,19 0 0,-18 1 0,2 0 0,5 1 0,2 1 0,15 4 0,-2 1 0,-22-2 0,-2 2 0,8 4 0,-7 1 0,-18 1 0,-3 6 0,-6-1 0,3 7 0,1 5 0,0 2 0,8 16 0,-2-11 0,10 15 0,-11-21 0,-4-9 0,-9-13 0</inkml:trace>
  <inkml:trace contextRef="#ctx0" brushRef="#br1" timeOffset="509183">17320 16276 24575,'0'11'0,"0"2"0,0 2 0,0-1 0,0 3 0,0-5 0,-1 5 0,-5-1 0,0-3 0,-6 6 0,4-10 0,2-1 0,3-5 0</inkml:trace>
  <inkml:trace contextRef="#ctx0" brushRef="#br1" timeOffset="511333">17906 16404 24575,'0'35'0,"0"0"0,0 1 0,0-10 0,0-15 0,0-20 0,0-32 0,0-14 0,0-1 0,0-6-370,0 14 0,0-6 0,0-1 1,0 1 369,0-12 0,0 0 0,0 1 0,0-1 0,0 0 0,0 2-82,0 7 1,0 1 0,0 4 81,0-9 0,1 5 0,3 5 0,2 5 0,6-12 0,13-2 0,-1 13 1460,3 1-1460,1 12 263,-10 15-263,0 11 0,8 27 0,2 4 0,16 16 0,-20-14 0,-1 1 0,9 14 0,-2 11 0,-17-13 0,-4 3 0,-7-6 0,0 2 0,-1 19 0,-1-15 0,-1 0 0,-5 11 0,-7-5 0,-7-8 0,-3-8 0,-7-1 0,8-13 0,-8 1 0,16-11 0,-2-2 0,9-5 0,3-4 0,4-6 0,4-2 0,7 0 0,16 6 0,20 3 0,7 7 0,4 2 0,-15 0 0,0 2 0,19 4 0,-7 3 0,-14 5 0,-15 1 0,-22-6 0,-3 7 0,-16 28 0,-4-11 0,-20 3 0,-15-2 0,7-19 0,-6-4 0,0 0 0,2 3 0,-1-1 0,0-2 0,-6-3 0,-1-1 0,7-3 0,10-5 0,6-1 0,-17-1 0,31-6 0,11-6 0,11 5 0,0-4 0</inkml:trace>
  <inkml:trace contextRef="#ctx0" brushRef="#br1" timeOffset="512200">18890 16596 24575,'-6'4'0,"-2"2"0,0 1 0,0 0 0,0-2 0,5-3 0,0 0 0</inkml:trace>
  <inkml:trace contextRef="#ctx0" brushRef="#br1" timeOffset="514233">19590 15818 24575,'30'0'0,"18"0"0,6 0 0,-13 0 0,2 0 0,22 0 0,-2 0 0,1 0 0,-21 0 0,-20 1 0,-13 2 0,-8 6 0,-5 6 0,-7 6 0,-23 32 0,9-19 0,-5 5 0,0-1 0,2-1 0,-1-1 0,-1 3 0,-3 3 0,-2 3 0,1 0 0,2-6 0,-5 8 0,3-4 0,-2 4 0,4-4 0,-1 1 0,2-4 0,-4 4 0,-1 0 0,5-6 0,7-10 0,6-5 0,10-14 0,12-8 0,26-15 0,25-6 0,-19 10 0,5-1 0,19-2 0,1 1 0,-20 4 0,-1 0 0,9-2 0,-4 1 0,-9 2 0,-11 1 0,-7 1 0,-10 3 0,-2 1 0</inkml:trace>
  <inkml:trace contextRef="#ctx0" brushRef="#br1" timeOffset="515617">19527 16284 24575,'33'0'0,"6"0"0,14 0 0,-6 0 0,-15 0 0,-13 0 0,-9 0 0,3 0 0,8 0 0,13 0 0,4 0 0,2 0 0,4 0 0,-9 0 0,-3 0 0,-17 0 0,-3 0 0,-4 0 0,-2 0 0,-1 0 0,23 0 0,-7 0 0,23 0 0,-27 0 0,-2 0 0</inkml:trace>
  <inkml:trace contextRef="#ctx0" brushRef="#br1" timeOffset="516767">20281 15470 24575,'12'-4'0,"9"1"0,7 3 0,2 4 0,-8 10 0,-8 10 0,-1 25 0,0 8 0,-2-16 0,1 2 0,0 2 0,1 4 0,-1-4 0,1-3 0,-2-4 0,6 25 0,-8-20 0,-5-3 0,-4 1 0,0 9 0,-3-6 0,-2 2 0,1-9 0,-1 1 0,-8 25 0,-2-1 0,6-27 0,0-4 0,-4 8 0,2-5 0,0-5 0,3-8 0,2-7 0,3-7 0,1-3 0</inkml:trace>
  <inkml:trace contextRef="#ctx0" brushRef="#br1" timeOffset="525791">11975 10525 24575,'37'0'0,"10"0"0,11 0 0,-12 0 0,5 0 0,4 0 0,1 0-1156,-2 0 0,3 0 0,1 0 0,1 0 0,1 0 1156,-4 0 0,0 0 0,2 0 0,0 0 0,1 0 0,-1 0-347,2 0 1,1 0 0,-1 0 0,1 0 0,0 0-1,0 0 347,-1 0 0,0 0 0,0 0 0,0 0 0,0 0 0,2 0 0,-6 0 0,1 0 0,0 0 0,1 0 0,-1 0 0,1 0 0,-1 0-194,9 0 0,0 0 0,0 0 0,0 0 0,1 0 0,-1 0 194,0 0 0,1 0 0,-1 0 0,1 0 0,-1 0 0,1 0 0,-9 0 0,0 0 0,0 0 0,0 0 0,1 0 0,-2 0 0,1 0 0,8 0 0,-1 0 0,0 0 0,0 0 0,0 0 0,1 0 0,-6 0 0,0 0 0,-1 0 0,2 0 0,1 0 0,1 0 0,3 0 0,-10 0 0,4 0 0,1 0 0,1 0 0,1 0 0,0 0 0,0 0 0,-2 0 0,-1 0 0,-2 0 0,9 0 0,-2 0 0,-2 0 0,0-1 0,0 1 0,1 1 0,3-1-274,-6 0 1,3 0-1,2 0 1,1 0 0,-1 1-1,0-1 1,-2 1-1,-3 0 1,-3 0 273,5 1 0,-4-1 0,-2 2 0,-1-1 0,-1 1 0,1 0 0,11 1 0,0 1 0,-1 0 0,-1 0 0,0 1 86,-5 0 1,0 0-1,-1 0 1,-1 1 0,-1-1-87,9 2 0,-2 0 0,-1 0 0,-2-1 388,-8-1 1,-2 0-1,-1-1 1,-2 0-389,10 1 0,-3-1 0,-1-1 867,-7-1 1,-1 0 0,-1-1-868,12 1 0,-3-2 1859,-1 0 0,-5 0-1859,7-1 2183,-12 0-2183,-17 0 889,18-1-889,19-2 51,-27 1 1,0-1-52,25-2 0,-16 0 0,-20 3 0,-14 0 0,-6 1 0</inkml:trace>
  <inkml:trace contextRef="#ctx0" brushRef="#br1" timeOffset="549466">23953 15284 24575,'-44'0'0,"1"0"0,-9 0 0,0 0 0,4 0 0,-1 0 0,-2 0-411,-2 0 0,-4 0 1,1 1-1,3 1 411,1 3 0,3 0 0,2 4 0,-17 9 0,4 8 0,4 9 0,5 9 0,18-10 0,1 4 0,3 4 0,3 1 0,1 4 0,2 2 0,2-3 0,-1 3 0,3-3 0,1 3 177,0 15 1,1 4 0,6-10-178,6-17 0,6-5 135,9 5 1,6-8-136,17-17 0,9-8 0,9-5 0,12-11 0,2-4 0,0 2 0,1-2 0,-19 0 0,1-1 0,-1-2 279,-3-4 1,-1-2 0,-5 2-280,-5 5 0,-2 0 0,14-8 0,-17 7 0,-29 14 0,-21 11 0,-15 7 0,-15 8 0,0 5 0,-3 4 0,14-8 0,-1 1 0,1 0 0,-2 4 0,1-1 0,-6 8 0,3 0 0,2 1 0,2 1 0,-6 9 0,3 0 0,16-13 0,4 1 0,-1 14 0,7-1 0,11-16 0,3-1 0,1 7 0,1 1 0,3 17 0,2-11 0,3-15 0,6-12 0,29-12 0,16-16 0,-4-4 0,6-5 0,-15 3 0,2-2 0,0-1-292,7-3 0,2-2 0,0 1 292,-2 0 0,1 1 0,0-2-77,1-1 0,0 0 1,-4 0 76,-1 0 0,-3 1 0,0-4 0,-7 2 0,-16 1 0,-2 2 0,-10 9 865,-1 8-865,-6 5 0,-2 1 0,-4 1 0</inkml:trace>
  <inkml:trace contextRef="#ctx0" brushRef="#br1" timeOffset="552184">22741 14985 24575,'37'0'0,"-1"0"0,17 0 0,9 0 0,-1 0 0,-9 0 0,-1 0 0,3 0-486,2 0 0,4 0 1,0 0-1,-4 0 486,-2 0 0,-3 0 0,-2 0 0,-1 0 0,-2 0 0,-1 0 313,16 0 0,-1 0-313,-5 0 0,-1 0 160,-1 0 1,-2 0-161,-3 0 0,-2-2 0,-4 0 0,-1 0 0,-5 0 0,-3-1 996,14-1-996,-17 2 0,-15 2 0,-14 0 0,-19-6 0,-27-8 0,10 2 0,-4-2 0,-10-4 0,-2-4 0,11 5 0,-2-2 0,1-1 0,-1-2 0,0-1 0,-2-3 0,-1-1 0,-2-4 0,0 1 0,4 1 0,2 2 0,3 2 0,0-1 0,-8-5 0,-1 0 0,8 5 0,-6-1 0,25 17 0,10 6 0</inkml:trace>
  <inkml:trace contextRef="#ctx0" brushRef="#br1" timeOffset="558584">24969 15374 24575,'-1'21'0,"-18"27"0,-3-5 0,-6 6 0,2-7 0,-3 2 0,-2 1 0,-2 1 0,-2 1 0,0 0 0,-3 7 0,0 1 0,3-5 0,0-2 0,4 3 0,10-7 0,0 6 0,3 2 0,1-4 0,3 2 0,3-2 0,0 2 0,-3 10 0,-1 3 0,3-4 0,3-11 0,1-3 0,1-4 0,3 1 0,1-5 0,1 7 0,9-1 0,8-26 0,9 0 0,23-2 0,-11-7 0,28-2 0,-24-6 0,16 0 0,-7-2 0,1-1 0,4-1 0,-20 0 0,-4 2 0,-22 1 0,-4 1 0,-4-2 0</inkml:trace>
  <inkml:trace contextRef="#ctx0" brushRef="#br1" timeOffset="560317">25330 15463 24575,'-1'20'0,"1"12"0,3 17 0,-2 16 0,0-28 0,-2 1 0,1 3 0,0 1 0,0 1 0,0-1 0,1 0 0,-2 0 0,0-1 0,-2 1 0,-1 3 0,-2-1 0,0 1 0,-2 2 0,-1-3 0,-2 2 0,1-1 0,0 4 0,1 0 0,-1-3 0,0 2 0,2-5 0,3-9 0,2-2 0,-1 4 0,1-3 0,3 4 0,0 12 0,0-16 0,1 7 0,4-25 0,11-7 0,0-5 0,9-7 0,-7-4 0,0-6 0,0-6 0,0-3 0,8-15 0,-5 9 0,6-7 0,-7 15 0,0 4 0,8 0 0,10-4 0,13-7 0,-22 12 0,2 0 0,4-3 0,-1 1 0,9-5 0,-11 6 0,-34 14 0,-3 4 0,-3-1 0</inkml:trace>
  <inkml:trace contextRef="#ctx0" brushRef="#br1" timeOffset="561250">24567 16323 24575,'27'-3'0,"28"0"0,-12 3 0,6-1 0,15-1 0,4-2-501,-17 1 1,1-1-1,0 0 501,1-1 0,-1 1 0,0-1 0,-4 1 0,-1-1 0,-2 0 244,9 1 0,-4 0-244,-12 1 0,-3 1 249,1-1-249,-12 3 0,-19 2 0,-2 2 765,-3 1-765,-7-1 0,4-1 0,-4-3 0</inkml:trace>
  <inkml:trace contextRef="#ctx0" brushRef="#br1" timeOffset="562618">26088 16540 24575,'0'31'0,"0"8"0,0 12 0,0 6 0,0-3 0,0-5 0,0-7 0,0-6 0,0 2 0,0-14 0,0 1 0,-4-13 0,1 1 0,-2 0 0,0-3 0,-1-10 0,3 2 0,-2-9 0</inkml:trace>
  <inkml:trace contextRef="#ctx0" brushRef="#br1" timeOffset="564719">27620 15854 24575,'-13'53'0,"-2"-17"0,-5 2 0,-4 7 0,-3 1 0,-4 0 0,-1-3 0,5-7 0,0-3 0,-10 8 0,12-16 0,-2-1 0,0 0 0,-1 1 0,-8 7 0,-4 5 0,-7 4 0,-5 4 0,5-4 0,6-5 0,1 0 0,-4 1 0,-4 2 0,7-10 0,-7-7 0,3-19 0,2-34 0,11-16 0,2-8 0,4 9 0,1-2 0,4 3 0,-1-4 0,3 2 0,3-14 0,5 5 0,2 17 0,4 2 0,4-4 0,6 6 0,8 14 0,11 1 0,0 8 0,18-7 0,10 4 0,-18 5 0,2 1 0,7 0 0,2 2 0,0 0 0,4 2 0,-1 2 0,4 0 0,-3 0 0,5 1 0,-1 0 0,11 3 0,-4 3 0,0 10 0,-15 12 0,-18 4 0,-2 4 0,10 22 0,-12-16 0,-2 0 0,7 18 0,-8-20 0,1 0 0,13 17 0,-11-21 0,2 0 0,3 2 0,1-3 0,11 15 0,-15-17 0,-1-2 0,-5-2 0,-7-7 0,-6-9 0,-4-4 0,-2-6 0</inkml:trace>
  <inkml:trace contextRef="#ctx0" brushRef="#br1" timeOffset="565737">28121 16374 24575,'0'51'0,"0"5"0,0 6 0,0-4 0,0-15 0,0 1 0,0-20 0,-1 3 0,-4-14 0,-6 3 0,0-5 0,-1 1 0,4-7 0,3-4 0,1-1 0,3-1 0</inkml:trace>
  <inkml:trace contextRef="#ctx0" brushRef="#br1" timeOffset="568017">28998 17235 24575,'0'-56'0,"0"1"0,0-6 0,0-4 0,0 16 0,0-4 0,0-1 0,0 2-274,0-8 0,0 1 1,0 2 273,0 8 0,0 1 0,0 3 135,0-7 0,0 6-135,0-17 136,0 11-136,0 15 0,11-17 0,1 20 415,10-3-415,1 19 0,21 0 0,2 6 0,-10 4 0,3 2 0,-2 2 0,1 1 0,2 0 0,1 2 0,5 4 0,-2 3 0,12 9 0,-9 14 0,-38 4 0,-5 1 0,-4 5 0,-7 22 0,-2-14 0,-7 13 0,1-23 0,-1-4 0,-1-6 0,-8 3 0,3-11 0,-6 3 0,4-9 0,-1 1 0,0-2 0,1-4 0,2-3 0,2-4 0,0-1 0,2-3 0,3-29 0,8 2 0,4-17 0,13 18 0,9 10 0,7 7 0,3 5 0,-1 3 0,16 2 0,-4 3 0,17 7 0,-9 8 0,-18 0 0,-1 4 0,-3 3 0,-3 1 0,20 22 0,-19-2 0,-14-14 0,-6-1 0,-3 11 0,-1-8 0,0 11 0,-5-6 0,0-10 0,-15 8 0,2-17 0,-24 4 0,13-15 0,-11 1 0,14-8 0,4 1 0,0 2 0,-4 1 0,-4 1 0,-7-1 0,4-2 0,-3 0 0,-28 1 0,20-1 0,-1-1 0,-20 0 0,14-1 0,20-5-1696,16-9 0,10 5 0,4-4 0</inkml:trace>
  <inkml:trace contextRef="#ctx0" brushRef="#br1" timeOffset="568984">30078 16741 24575,'3'14'0,"-1"4"0,-2 3 0,0-2 0,0-6 0,0-3 0,0-2 0,0 0 0,-2 2 0,1-4 0,-1-4 0,2-7 0</inkml:trace>
  <inkml:trace contextRef="#ctx0" brushRef="#br1" timeOffset="570549">30697 15919 24575,'51'0'0,"1"0"0,2 0 0,1 0 0,0 0 0,-1 0 0,0 0 0,0 0 0,-5 0 0,-1 0 0,-12 0 0,-3 0 0,8 0 0,-19 5 0,-13 7 0,-7 2 0,-14 22 0,-4-7 0,-14 22 0,11-23 0,-1 1 0,-3 7 0,-3 1 0,-3 4 0,-1 2 0,-3 2 0,-2 2 0,7-9 0,-2 2 0,2-2 0,-2 3 0,0-2 0,-6 9 0,2-3 0,-2 3 0,0-1 0,1 2 0,1 0 0,1 1 0,16-20 0,12-17 0,37-33 0,0 3 0,9-2 0,10 1 0,8 1 0,-2 0 0,-12 5 0,-2 1 0,2 0 0,11 0 0,2 0 0,-9 3 0,14 1 0,-23 3 0,-24 0 0,-6 3 0,-8-1 0</inkml:trace>
  <inkml:trace contextRef="#ctx0" brushRef="#br1" timeOffset="571399">30725 16426 24575,'52'0'0,"-11"0"0,6 0 0,16 0 0,5 0 0,-12 0 0,2 0 0,3 0 0,-6 0 0,3 0 0,-1 0 0,-3 0 0,3 0 0,-4 0 0,-1 0 0,-1 0 0,-2 0 0,-9 0 0,3 0 0,-36 0 0</inkml:trace>
  <inkml:trace contextRef="#ctx0" brushRef="#br1" timeOffset="572650">31678 15535 24575,'22'-2'0,"19"14"0,-7 5 0,3 5 0,8 7 0,1 5 0,2 6 0,-1 5 0,-10-5 0,-1 2 0,-4-1 0,2 1 0,-4 0 0,2 16 0,-6-3 0,-13-2 0,-7 12 0,-6-9 0,0 6 0,0 2 0,-1-1 0,-6-25 0,-1 0 0,-7 17 0,1-17 0,-4-1 0,-1-6 0,-1-1 0,-3 5 0,-1 0 0,-1 2 0,0 0 0,1-4 0,0-1 0,-13 22 0,1-4 0,14-21 0,3-5 0,10-19 0,5-2 0,1-6 0</inkml:trace>
  <inkml:trace contextRef="#ctx0" brushRef="#br1" timeOffset="586802">3503 12454 24575,'0'-15'0,"0"-20"0,0 4 0,0-6 0,0-15 0,0-5 0,0 12 0,0-1 0,0 0 0,0-21 0,0 3 0,0 5 0,0 4 0,0 14 0,0 3 0,0-10 0,0 14 0,17-5 0,8 7 0,-4 7 0,3 0 0,4 1 0,2 4 0,24-7 0,-2 3 0,4 19 0,-8 3 0,2 2 0,-8-1 0,1 0 0,20 1 0,-4 0 0,-8 0 0,-9 1 0,-36 3 0,-4 3 0,-2 15 0,-1 2 0,-5 18 0,-3-3 0,-3 9 0,0-5 0,2-5 0,-1 1 0,-4 11 0,-1 6 0,1-10 0,-4-1 0,-9 1 0,10-29 0,-5-1 0,6-9 0,-9-4 0,-16-3 0,-14 0 0,18 0 0,-3 0 0,-2 0 0,-2 0 0,-2 0 0,1 0 0,4 1 0,3-2 0,-21 0 0,28-3 0,17-2 0,10-1 0,4-1-1696,2-7 0,0 8 0,0-3 0</inkml:trace>
  <inkml:trace contextRef="#ctx0" brushRef="#br1" timeOffset="589567">5066 11096 24575,'-7'18'0,"-9"21"0,4-8 0,-3 3 0,-4 9 0,-2 3 0,-2 1 0,0 0 0,3-5 0,2-2 0,-9 20 0,13-23 0,8-14 0,3-9 0,3 5 0,0 16 0,0 17 0,0-18 0,0 0 0,0 2 0,0 0 0,3 25 0,3-15 0,3-18 0,1-14 0,1-8 0,0-5 0,0 0 0,3-1 0,4 2 0,9 3 0,26 15 0,-14-5 0,11 7 0,-30-12 0,-8-7 0,-7-1 0,-3-3 0</inkml:trace>
  <inkml:trace contextRef="#ctx0" brushRef="#br1" timeOffset="591000">5429 11105 24575,'1'37'0,"1"1"0,-1 7 0,0 5 0,0-2 0,-1 11 0,0 2 0,0-4 0,0 4 0,0-5 0,0-1 0,0-2 0,0 11 0,0-1 0,0-18 0,0-2 0,0 7 0,0 1 0,-1 3 0,2-1 0,0-1 0,2-2 0,0-1 0,1-3 0,8 16 0,0-45 0,-1-10 0,0-10 0,10-24 0,-1 1 0,0-1 0,0-1 0,7-6 0,-3 7 0,1-1 0,5-2 0,0 0 0,2-2 0,2-1 0,4-3 0,-1 2 0,-10 8 0,-1 1 0,17-15 0,-24 20 0,-18 10-1696,-11 9 0,-4 4 0,8-3 0</inkml:trace>
  <inkml:trace contextRef="#ctx0" brushRef="#br1" timeOffset="591883">5184 11737 24575,'33'0'0,"23"0"0,-17 0 0,2 0 0,6 0 0,2 0 0,11 0 0,-1 0 0,-21 0 0,-1 0 0,0 0 0,-5 0 0,-14 0 0,-13 0 0</inkml:trace>
  <inkml:trace contextRef="#ctx0" brushRef="#br1" timeOffset="595217">3703 12381 24575,'0'17'0,"0"3"0,0 10 0,0 1 0,0-1 0,0-2 0,0-1 0,0-4 0,0-5 0,0-2 0,0-2 0,0-1 0,0-1 0,0 1 0,0-1 0,0 1 0,0-2 0,0-6 0,0-30 0,6-23 0,1-7 0,5-1 0,-2 26 0,0 9 0,4-2 0,-4 8 0,7-3 0,-9 7 0,3 3 0,0 2 0,-2 3 0,3 1 0,-4 0 0,4 3 0,-2 3 0,6 4 0,4 13 0,0 7 0,-2 1 0,-6 0 0,-10 1 0,-2-8 0,0 20 0,0-18 0,0 8 0,0-11 0,0-2 0,1-1 0,1 5 0,0-7 0,-1 3 0,0-10 0,1-4 0,-1-61 0,2 19 0,-2-1 0,2-2 0,6-8 0,0 20 0,4-5 0,-2 15 0,12-19 0,-3 9 0,8-12 0,-9 18 0,-3 7 0,-3 6 0,-4 5 0,-1 4 0,-3 2 0,-1 9 0,-3 2 0,1 10 0,2 0 0,2 5 0,3 15 0,-2-11 0,0 7 0,-3-18 0,0-2 0,2 0 0,4 4 0,5 4 0,4 1 0,2-2 0,12 1 0,-11-10 0,12 0 0,-19-11 0,-3-3 0,-7-2 0</inkml:trace>
  <inkml:trace contextRef="#ctx0" brushRef="#br1" timeOffset="596966">6281 12152 24575,'-4'10'0,"-10"12"0,-17 15 0,-10 13 0,19-24 0,0-1 0,-15 17 0,11-15 0,9-10 0,5-7 0,5-8 0,1-11 0,4 5 0,-1-5 0</inkml:trace>
  <inkml:trace contextRef="#ctx0" brushRef="#br1" timeOffset="598120">6384 11473 24575,'22'-3'0,"11"1"0,4 2 0,25 0 0,-17 0 0,-2 0 0,1 0 0,-3 21 0,-7 22 0,-14-10 0,1 5 0,-1 7 0,0 6 0,0-3 0,2 8 0,-1 1 0,-1-2 0,1 4 0,-3-7 0,-5-12 0,-2-4 0,0 2 0,-2-5 0,-1-9 0,4 10 0,-1-9 0,4 11 0,-5-11 0,-1-4 0,-5-10 0,-1-3 0</inkml:trace>
  <inkml:trace contextRef="#ctx0" brushRef="#br1" timeOffset="599217">7173 11618 24575,'-36'11'0,"0"-1"0,4 2 0,-2 0 0,-17 8 0,0 0 0,14-4 0,3 0 0,-11 12 0,17-4 0,15-2 0,4 3 0,-3 2 0,-9 12 0,-4-3 0,-2 3 0,6-10 0,-1 0 0,-7 9 0,1-2 0,0-1 0,10-10 0,6-11 0,5-6 0,1-10-1696,3-6 0,1 1 0,2 0 0</inkml:trace>
  <inkml:trace contextRef="#ctx0" brushRef="#br1" timeOffset="600350">7369 12070 24575,'0'11'0,"5"9"0,7 22 0,4 3 0,3-2 0,-3-6 0,-6-7 0,-4-5 0,-4 5 0,-1-9 0,-1 5 0,0-9 0,0-1 0,0-2 0,0-7 0,0-2 0</inkml:trace>
  <inkml:trace contextRef="#ctx0" brushRef="#br1" timeOffset="602133">7579 11553 24575,'6'26'0,"-1"22"0,-2-11 0,-1 4 0,0 6 0,0 3 0,1 1 0,0 0 0,1-3 0,1-2 0,0-6 0,0-1 0,6 21 0,0-18 0,10 15 0,3-10 0,-6-15 0,1-2 0,13 9 0,-5-10 0,-7-14 0,-4-9 0,2-17 0,10-39 0,-5 7 0,6-10 0,1-4 0,-2 2 0,0-3 0,-1 1 0,1-4-277,-2 9 1,2-4 0,1-1 0,-2 2 0,-2 5 276,0-2 0,-2 4 0,-2 3 0,3-8 0,-3 5 0,-6 15 0,-3 5 0,-1-3 0,-6 19 0,-4 15 0,-4 30 0,-4 7 690,0-4 1,-1 5-691,-2 6 0,-1 4 0,2-6 0,0 3 0,-1 2 0,0 9 0,0 2 0,-1 4 0,1-12 0,-1 4 0,0 2 0,-1-2 0,2-3 0,0-3 0,0-3 0,0 0 0,-1 2 0,-3 15 0,-1 5 0,-1-4 0,2-9 0,-1-6 0,1-6 0,-1 7 0,0-5 0,-4-6 0,0-10 0,1-6 0,-1-5 0,-14 2 0,-3-6 0,-23 5 0,5-8 0,-3-1 0,8-4 0,-2 0 0,7-2 0,-2 0 0,3-1 0,-1-2 0,3-3 0,-20-9 0,24-7 0,21 4 0,10-1 0</inkml:trace>
  <inkml:trace contextRef="#ctx0" brushRef="#br1" timeOffset="603583">8515 12117 24575,'3'28'0,"-1"0"0,-2 0 0,0 6 0,0-10 0,0 1 0,0-12 0,0 1 0,0-5 0,0 0 0,0 1 0,0-3 0,0 5 0,0-4 0,0 1 0,0 1 0,0 0 0,0 0 0,0 3 0,0-5 0,0 2 0,0-6 0,0-2 0,0-2 0</inkml:trace>
  <inkml:trace contextRef="#ctx0" brushRef="#br1" timeOffset="605566">8887 11488 24575,'-5'-4'0,"42"3"0,0-1 0,3 2 0,2 0 0,-5 0 0,-2 0 0,1 0 0,1 0 0,6 0 0,0 0 0,17 0 0,-25 0 0,-2 0 0,6 0 0,-5 0 0,-8 1 0,-7 2 0,-7 2 0,-5 2 0,-4 3 0,-3 9 0,-3 2 0,-5 11 0,-5-1 0,-15 17 0,4-10 0,-12 11 0,1-6 0,13-16 0,-2 3 0,-3 4 0,-1 3 0,1-1 0,-1 3 0,2-3 0,1 2 0,0-1 0,-5 8 0,3-5 0,13-11 0,3-7 0,8-11 0,0 0 0,1 0 0,-1 4 0,0-5 0,-1 4 0,2-9 0,2-6 0,5-8 0,7-9 0,14-2 0,9 9 0,4 3 0,27-2 0,-20 6 0,3 2 0,-7 1 0,-2 1 0,13-2 0,4 0 0,-33 0 0,-3-1 0,-11 3 0,0 0 0,-8 1 0,-1 1 0</inkml:trace>
  <inkml:trace contextRef="#ctx0" brushRef="#br1" timeOffset="606683">8998 11851 24575,'22'-3'0,"28"1"0,11 1 0,-13 1 0,4 0 0,3 0 0,4 0 0,-4 0 0,-2 0 0,-5 0 0,-4 0 0,-2 0 0,19 0 0,-19 0 0,-15 0 0,-10 1 0,-9 2 0,-5-2 0,-3 1 0</inkml:trace>
  <inkml:trace contextRef="#ctx0" brushRef="#br1" timeOffset="607918">9975 11305 24575,'56'33'0,"-23"-3"0,3 7 0,-3-2 0,0 2 0,-2 1 0,1 1 0,1 4 0,-8-2 0,-11 0 0,-6-2 0,4 26 0,-8-23 0,-2 2 0,-1-5 0,-2 0 0,1 4 0,0 1 0,0-3 0,-1-1 0,0-5 0,-2-2 0,-10 23 0,1-24 0,-11 2 0,9-20 0,-6 6 0,3-1 0,-8 10 0,-8 7 0,-4 3 0,12-12 0,-1 0 0,-18 17 0,3-5 0,10-14 0,7-17-1696,20-24 0,3 2 0,1 2 0</inkml:trace>
  <inkml:trace contextRef="#ctx0" brushRef="#br1" timeOffset="610917">3463 12083 24575,'0'13'0,"0"9"0,0 14 0,0 10 0,0-1 0,0-9 0,0-5 0,0 3 0,0 8 0,-3 7 0,-2-4 0,1-10 0,0-10 0,4-11 0,-2 12 0,-1-3 0,-2 8 0,0-10 0,2-6 0,1-5 0,2-1 0,0-2 0,0 1 0,0 2 0,0 2 0,0 0 0,0 1 0,0 0 0,-3 8 0,2-6 0,-1 4 0,2-9 0,0-3 0,0 0 0,0-1 0,0-6-1696,-2-7 0,2 2 0,-2-3 0</inkml:trace>
  <inkml:trace contextRef="#ctx0" brushRef="#br1" timeOffset="1.10747E6">3401 15460 24575,'-38'0'0,"-1"0"0,0 0 0,-2 0 0,-24 0 0,0 0 0,25 1 0,2 2 0,-5 0 0,8 5 0,18 10 0,13 10 0,10 14 0,5-11 0,8 5 0,25 13 0,0 0 0,-9-7 0,0 3 0,-3-3 0,-1 3 0,-4-2 0,2 4 0,-3-2 0,3 4 0,-1-1 0,3 12 0,-3-4 0,-2 4 0,-9-15 0,-6-13 0,-5-9 0,-6-8 0,-43-12 0,-11-17 0,9 0 0,-6-5 0,6-3 0,-2-3 0,3 0 0,-3-2 0,1 0 0,-11-6 0,6 3 0,10 5 0,23 13 0,9 6 0</inkml:trace>
  <inkml:trace contextRef="#ctx0" brushRef="#br1" timeOffset="1.10853E6">3567 15687 24575,'4'28'0,"-2"17"0,-2-13 0,0 3 0,0 7 0,0 2 0,0 1 0,0 0 0,0 1 0,0 0 0,0-5 0,0-2 0,2 20 0,1-23 0,3-19 0,2-11 0,8-8 0,-3-3 0,5-4 0,-5 2 0,-7 3 0,0 3 0</inkml:trace>
  <inkml:trace contextRef="#ctx0" brushRef="#br1" timeOffset="1.10912E6">3487 15178 24575,'0'0'0</inkml:trace>
  <inkml:trace contextRef="#ctx0" brushRef="#br1" timeOffset="1.11065E6">4059 15436 24575,'0'61'0,"0"-21"0,0 3 0,0 7 0,0 3 0,0 1 0,0-1 0,0-4 0,0 0 0,0 10 0,0-2 0,0-21 0,0-2 0,0 8 0,0-4 0,0-12 0,0-13 0,0-3 0,-1-5 0,-1-7 0,-4-13 0,-4-43 0,6 23 0,1-2 0,2-17 0,3-3 0,8 2 0,8-1 0,4 9 0,5-1 0,0 3 0,4-5 0,2 4 0,7-4 0,-2 6 0,-5 14 0,-15 20 0,-8 13 0,-3 17 0,1 23 0,5 16 0,2 7 0,-4-12 0,1 2 0,0-1 0,2 3 0,-2-3 0,0 4 0,-2-4 0,1-4 0,-1-2 0,-2-10 0,-2-4 0,4 13 0,-3-22 0,-3-16 0,7-16 0,-2-1 0,2-7 0,-6 9 0,-4 3 0</inkml:trace>
  <inkml:trace contextRef="#ctx0" brushRef="#br1" timeOffset="1.11165E6">5221 15399 24575,'-2'19'0,"-6"11"0,-11 24 0,1-14 0,-5 5 0,-1 5 0,-3 6 0,0-2 0,5-9 0,1-1 0,-1 3 0,-1 3 0,0 4 0,1-1 0,3-5 0,2 10 0,3-4 0,-1 9 0,4-4 0,8-21 0,3-3 0,0 23 0,2-16 0,8-11 0,29 1 0,4-15 0,4-7 0,2-6 0,8-10 0,-19 0 0,-3-2 0,-6-7 0,-13 4 0,-7 4 0,-7 4 0</inkml:trace>
  <inkml:trace contextRef="#ctx0" brushRef="#br1" timeOffset="1.11442E6">5537 15653 24575,'0'42'0,"0"0"0,0 4 0,0 4 0,0 4 0,0 5 0,0-1 0,0-9 0,0-2 0,0-1 0,0 13 0,0-5 0,0-15 0,0-6 0,0 2 0,0-30 0,1-22 0,10-29 0,0 10 0,3-3 0,7-12 0,3-5 0,-4 12 0,2-3 0,-1 0-137,1 0 0,0 0 0,-1 0 137,-2 2 0,0 1 0,-1 3 0,3-11 0,-2 5 0,3-11 0,-10 29 0,-8 26 0,-3 17 0,-1 39 411,0 13-411,0-23 0,0 6 0,0-2 0,0 15 0,0-2 0,1-1 0,0-6 0,5 13 0,2-47 0,6-3 0,5-1 0,4-1 0,-1-3 0,-2-6 0,7-14 0,3-27 0,-9 10 0,1-5 0,9-25 0,-2-2 0,-9 18 0,-1 0 0,3-8 0,-3 3 0,-8 5 0,-7 19 0,-5 3 0,-5 1 0,-4-39 0,2 19 0,1-18 0,5 41 0,2 9 0,0 5 0</inkml:trace>
  <inkml:trace contextRef="#ctx0" brushRef="#br1" timeOffset="1.11578E6">6512 15197 24575,'0'40'0,"0"2"0,0 9 0,0 4 0,0-17 0,0 1 0,0 11 0,0 3 0,0 8 0,0 0 0,0-15 0,0 1 0,-1 16 0,2-2 0,-1-23 0,1-4 0,2 25 0,2-17 0,0-15 0,3-10 0,-2-10 0,3-2 0,2-4 0,6-1 0,5-1 0,3-2 0,-1-6 0,8-15 0,-10 4 0,4-8 0,-4 1 0,-4 7 0,4-6 0,-5 12 0,-9 5 0,-2 6 0</inkml:trace>
  <inkml:trace contextRef="#ctx0" brushRef="#br1" timeOffset="1.11675E6">6257 15789 24575,'16'0'0,"8"0"0,4 0 0,-1 0 0,-3-1 0,17-10 0,5-4 0,-9 2 0,3-2 0,22-8 0,-1 0 0,-21 7 0,-5 2 0,13-5 0,-26 13 0,-20 4 0,-4 2 0,-6 0 0</inkml:trace>
  <inkml:trace contextRef="#ctx0" brushRef="#br1" timeOffset="1.11758E6">7318 15747 24575,'29'0'0,"-14"0"0,16 0 0,-17 0 0,11 0 0,24-4 0,14-7 0,-24 3 0,-2-1 0,11-3 0,-17 1 0,-26 11 0</inkml:trace>
  <inkml:trace contextRef="#ctx0" brushRef="#br1" timeOffset="1.11872E6">7495 15446 24575,'0'25'0,"0"17"0,0 18 0,0-27 0,0 1 0,0 2 0,0-1 0,0 12 0,0 6 0,0 9 0,0-12 0,0-16 0,0-2 0,0 2 0,0-11 0,0-7 0,1-5 0,1-1 0,1-2 0,2 3 0,-2-4 0,2 2 0,-3 0 0,1-1 0,-2 1 0,1-1 0,-1 3 0,-1-3 0,0 1 0,0-6 0,0-2 0</inkml:trace>
  <inkml:trace contextRef="#ctx0" brushRef="#br1" timeOffset="1.12157E6">8139 15140 24575,'0'25'0,"0"25"0,0-11 0,0 4 0,0 5 0,0 3 0,0 8 0,0 1 0,0-1 0,0 0 0,0-2 0,-1 1 0,0-1 0,-2 0 0,-1-6 0,-2-2 0,0 0 0,-1-1 0,-1-3 0,0-1 0,1-1 0,0-2 0,1 0 0,0-1 0,0 1 0,1 0 0,-1-2 0,1-1 0,-4 26 0,3-20 0,4-18 0,-2-15 0,1-17 0,-4-47 0,5 19 0,0-2 0,-1-17 0,2-6 0,1 5 0,3-4 0,2 3 0,2 10 0,1 1 0,2-1 0,2-14 0,2-3 0,1 5 0,9 2 0,2 5 0,0-3 0,0 4 0,6-3 0,-3 9 0,-16 31 0,-4 4 0,2 0 0,6-3 0,7-5 0,17-6 0,-11 9 0,12 1 0,-22 10 0,0 5 0,-9 4 0,5 14 0,-6 0 0,4 12 0,-8-5 0,-1 2 0,-2 15 0,-1-9 0,-1 11 0,-1-11 0,0-1 0,0 2 0,-2-11 0,-2-1 0,-5-12 0,-4-3 0,-2-2 0,-12-3 0,7-2 0,-8-2 0,10-1 0,2 0 0,-5 0 0,4 0 0,-3 0 0,7 0 0,4 0 0,8 0 0,7 0 0,7 2 0,5 5 0,6 12 0,6 17 0,-2 6 0,2 3 0,-7-11 0,1-1 0,6 12 0,-2-3 0,2-3 0,-10-15 0,1-7 0,-5-8 0,10-1 0,1-5 0,10-1 0,8-1 0,1-1 0,-2 0 0,0-1 0,-14-1 0,-9 0 0,-14 0 0</inkml:trace>
  <inkml:trace contextRef="#ctx0" brushRef="#br1" timeOffset="1.12345E6">7797 15017 24575,'18'0'0,"14"0"0,4 0 0,19 0 0,-5 0 0,-1 0 0,-10 0 0,-4 0 0,-27 0 0,0 0 0,4 0 0,9 0 0,30-5 0,-15 1 0,16-4 0,-30 4 0,-7 2 0,-6-1 0,-5-1 0,-1 0 0,0 0 0,10 0 0,5 0 0,11-4 0,1 1 0,2-3 0,-10 4 0,0-1 0,-11 4 0,2 0 0,16-3 0,-4 0 0,12 0 0,-14 4 0,-6-1 0,-11-4 0,-14-2 0,-20-8 0,-4 3 0,-5-1 0,-1-2 0,-1-1 0,0-1 0,0 0 0,6 0 0,3 0 0,-14-12 0,11 10 0,0 1 0,-12-7 0,1 2 0,33 20 0</inkml:trace>
  <inkml:trace contextRef="#ctx0" brushRef="#br1" timeOffset="1.12435E6">9367 15751 24575,'0'17'0,"0"37"0,1-10 0,1 20 0,2-32 0,-1-12 0,-1-12 0,-1-3 0</inkml:trace>
  <inkml:trace contextRef="#ctx0" brushRef="#br1" timeOffset="1.12599E6">9475 15652 24575,'20'-3'0,"16"0"0,14 3 0,4 0 0,-11 0 0,-18 1 0,-12 3 0,3 31 0,-3-3 0,7 27 0,-5-11 0,-2 6 0,-2 3 0,-3 1 0,-6-20 0,0-1 0,-1 18 0,-1 12 0,0-25 0,0-3 0,-8 23 0,3-26 0,-6 14 0,6-33 0,0-10 0,2-14 0,2-19 0,0-20 0,2-6 0,2 6 0,3-1 0,-1 2 0,3-3 0,1 2 0,8-9 0,4 2 0,0 10 0,2 0 0,0 2 0,3-1 0,0 4 0,2-3 0,1 8 0,13 14 0,-1 12 0,12 3 0,3 1 0,1-2 0,-9 3 0,-6 1 0,-23 1 0,-12 0 0,-3 0 0</inkml:trace>
  <inkml:trace contextRef="#ctx0" brushRef="#br1" timeOffset="1.1272E6">9664 15324 24575,'38'0'0,"0"0"0,-1 0 0,4 0 0,19 0 0,3 0 0,-10 0 0,-2 0 0,2-2 0,-3 1 0,10-1 0,-7-2 0,-59-2 0,-15 0 0,-20-4 0,-9 0 0,6 0 0,-2-1 0,14 2 0,0 0 0,-11-3 0,2-1 0,-7-7 0,20 8 0,1 0 0,18 7 0,5 2 0,2 2 0</inkml:trace>
  <inkml:trace contextRef="#ctx0" brushRef="#br1" timeOffset="1.12867E6">10648 15053 24575,'5'3'0,"16"10"0,13 16 0,-4 6 0,-1 3 0,-10-9 0,-1 1 0,4 10 0,-3 1 0,-4 14 0,-10-22 0,-1 4 0,-2 10 0,0 6 0,-1-3 0,-1 6 0,1 0 0,-1 0 0,0 3 0,0-8 0,0 12 0,0-3 0,-4-26 0,-3 5 0,-6 9 0,-4 4 0,7-19 0,-1 0 0,-6 10 0,-1 1 0,6-27 0,1-3 0,-7-1 0,3-4 0,-16 4 0,10-2 0,-10 3 0,2 0 0,10-6 0,2-7 0,13-2 0,3-6 0</inkml:trace>
  <inkml:trace contextRef="#ctx0" brushRef="#br1" timeOffset="1.25962E6">1539 15014 24575,'0'24'0,"-11"29"0,-3-7 0,-4 5 0,-2-2 0,-2 4 0,-2 2-875,2-6 0,-2 2 0,-1 0 0,1 1 875,-1-1 0,0 1 0,0 1 0,0 1 0,1-2 0,0 3 0,0 1 0,0-2 0,3-3 0,-5 13 0,2-4 0,0 1 0,5-9 0,0 0 0,0 0 0,2-1 229,0 7 1,3-3-1,1-3-229,-1 3 0,1-1 332,-1 12 1,2-7-333,3-15 0,0-10 0,3-29 450,-1-9 0,2 0 0,2-1 0</inkml:trace>
  <inkml:trace contextRef="#ctx0" brushRef="#br1" timeOffset="1.2609E6">1587 15089 24575,'-3'22'0,"0"20"0,3-9 0,0 5 0,0 8 0,0 6 0,2 2 0,3 7 0,3 2 0,0 1 0,-3-2 0,1 1 0,1-2 0,4 1 0,2-2 0,-1-4 0,3 2 0,0-3 0,-1-3 0,0 0 0,2 1 0,1 0 0,-2-4 0,-1 0 0,0-2 0,1 0 0,2 12 0,0-2 0,-6-20 0,0-2 0,2 9 0,0-5 0,0-4 0,-2-8 0,-2-3 0,-1 3 0,-4-14-1696,1-4 0,-5-10 0,0-5 0</inkml:trace>
  <inkml:trace contextRef="#ctx0" brushRef="#br1" timeOffset="1.26212E6">1114 16244 24575,'22'0'0,"20"0"0,24 0 0,-23-1 0,1-2 0,1-1 0,1-1 0,-6 0 0,0-1 0,-2-2 0,-3 1 0,5 1 0,-5 0 0,-24 6 0,3 0 0,-3 0 0,3 0 0,-2 0 0,-1 0 0,-1 0 0,-2 0 0,-4 0 0,-1 0 0</inkml:trace>
  <inkml:trace contextRef="#ctx0" brushRef="#br2" timeOffset="1.32218E6">22938 6604 24575,'-3'23'0,"0"30"0,3-6 0,0 8 0,0-7 0,0 4 0,0 2-909,0 8 0,0 2 1,0 1 908,0-14 0,0 2 0,0 0 0,0 0 0,1 0 0,-1 1 0,0-2 0,-1 1 0,0 13 0,0 0 0,-1-2-16,1-4 1,-1-1 0,0-2 15,0-4 0,0-2 0,0 0 0,-1-3 0,1-1 0,0-1 328,0 16 0,0-1-328,1-8 0,0-1 0,0 2 0,0-4 0,1 6 1359,-2-3-1359,0-41 757,-2-9-757,-11-42 0,2-4 0,1 2 0,1-5 0,3-3 0,2-6 0,3 5 0,1-7 0,0-2 0,0 2 0,0-8 0,1 1 0,0-3 0,1 3 0,0-2 0,0-2 0,0 3 0,0 7 0,0 1 0,0 2 0,0 4 0,0 2 0,0 4 0,0-2 0,0-14 0,-1-1 0,0 8 0,-1 14 0,-1 3 0,-2-12 0,-1 3 0,-5-7 0,0 5 0,5 17 0,4 13 0,-2-1 0,3 7 0,-1-9 0,2 7 0,0-9 0,0-3 0,0-29 0,0 23 0,0-17 0,0 40 0,0 11 0,0 18 0,-1 22 0,2 11 0,0-3 0,2 4 0,-2 1 0,1 5 0,0-2-206,1-7 0,0-2 0,-1 1 206,1 1 0,-1 2 0,1-1 0,-2-2 0,0 0 0,0-1 0,0-3 0,0-1 0,1 1 0,-2 0 0,1 1 0,0-4 0,1-2 0,0-4 0,2 26 0,-2-50 0,-1-11 0,-1-12-1542,0-2 1,0 1-1,0 5 1</inkml:trace>
  <inkml:trace contextRef="#ctx0" brushRef="#br2" timeOffset="1.3248E6">26826 4711 24575,'0'22'0,"0"37"0,0 12 0,0-9 0,0 9 0,0-19 0,0 10 0,0 5 0,0 2 0,0-4 0,0-6 0,0-2 0,0-5 0,0-1 0,0 5 0,0 4 0,0 5 0,0 1 0,0-2 0,0-3 0,0-2 0,0-3 0,0-2 0,0-3 0,0 2 0,0-3 0,0 4 0,0 9 0,0 7 0,0-1 0,0-6 0,0-11 0,0-3 0,0 1-200,0 13 0,-1 3 0,0-4 200,0-1 0,-2-1 0,0-3 0,-2 2 0,1-3 0,-1 3 0,0 1 0,1-11 0,-1 5 0,0 0 0,1-6 0,-1 5 0,0-1 49,1 0 1,-1 5 0,0-3-50,-3 11 0,1-3 0,1-2 0,1-1 0,-2-3 0,0-3 0,1 7 0,2-14 0,2-7 451,-1 8-451,-1 16 0,0-21 0,-1 4 0,0 2 0,-1 4 0,1-3 0,-1 4 0,1-1 0,-2 18 0,0-7 0,4-18 0,0-12 0,3-24 0,0-1 0,0 0 0,0 6 0,0 9 0,0 7 0,0 10 0,0-13 0,0 5 0,0 21 0,0-9 0,0 22 0,0-32 0,2-11 0,-1-8 0,1-22 0,-3-20 0,1 7 0,-2-9 0</inkml:trace>
  <inkml:trace contextRef="#ctx0" brushRef="#br2" timeOffset="1.51373E6">11989 2418 24575,'0'34'0,"0"0"0,0 16 0,0 6 0,0-7 0,0 5 0,0 2-238,0-7 0,0 0 0,0 4 0,0 3 238,0-4 0,0 4 0,0 2 0,0 1 0,0 1 0,0-1-646,0 1 1,0 2 0,0-1 0,0 1 0,0-1-1,0 0 646,0-2 0,-1-1 0,1-1 0,0 1 0,0 1 0,1 1-145,-1-2 1,1 4-1,0 1 1,0-1 0,0-2-1,0-3 1,0-7 144,-1 14 0,1-9 0,0 4 0,1 3 0,0 5 0,-1-1 0,1-5 0,-1-4 0,-1-3 0,0-4 0,0 7 0,0-1 176,0 8 1,0-4-177,0-4 2915,2-19-2915,0 0 2567,-1-15-2567,1 1 0,-1-15 0,2-4 0,4-2 0,1-2 0,8 0 0,22 0 0,9 0 0,2 0 0,10 1 0,-7 2 0,11 0 0,4 2 0,0-1 0,-4 0-633,0 0 0,-2 0 0,0 0 1,4 1 632,-8 0 0,3 0 0,2 0 0,0 0 0,-2 0 0,-3-1 0,8 1 0,-5 0 0,1-2 0,2 1 0,-1-1 0,3-1 0,0 0 0,0-1 0,-5 1 0,0-1 0,-4 0 0,0 0 0,2-1-57,-4 1 1,2-1 0,1 0 0,-1 0 0,1 0 56,-2-1 0,2 0 0,-1 0 0,-2-1 0,-2 0 0,1 0 0,-4-1 0,0 0 0,3 0-238,12-1 1,4 0-1,-2 0 1,-5-1 237,-6 0 0,-5-1 0,-1 0 0,17-1 0,-1 1-98,-14 1 0,1 1 0,-2 1 98,5-2 0,0 1 1158,11 0 0,-1-1-1158,-20 2 0,-1-1 149,17-2 0,0 0-149,-20 1 0,0 0 541,15 0 0,-1-1-541,-15 2 0,1 0 0,6 0 0,5-1 0,-1 0 0,8-2 0,-1 0 0,-6 2 0,1-1 0,-6 1 180,-8 1 0,-5 0-180,14-1 0,-26 3 0,-13 0 0</inkml:trace>
  <inkml:trace contextRef="#ctx0" brushRef="#br2" timeOffset="1.51576E6">16016 4989 24575,'48'0'0,"-7"0"0,-5 0 0,2 0 0,16 0 0,-1 0 0,10 5 0,-28 0 0,2 2 0,1 3 0,0 2 0,-1 0 0,-2 3 0,18 12 0,-16-2 0,-17-6 0,-11 8 0,-5-4 0,-6 12 0,-4-3 0,-11 11 0,-9 11 0,8-22 0,0 1 0,-2 3 0,0 0 0,1-1 0,1-1 0,2-3 0,1-2 0,-8 15 0,7-15 0,4-8 0,-3 0 0,3-5 0,-9 8 0,10-11 0,-3 2 0,5-2 0,0 1 0,1-2 0,-1 2 0,4-6 0,-3 4 0,0 0 0,-12 6 0,-10 9 0,-4 3 0,8-8 0,-1 1 0,-12 11 0,3-2 0,3 1 0,16-14 0,10-10 0,4-14 0,2-23 0,1-30 0,0 23 0,0-9 0</inkml:trace>
  <inkml:trace contextRef="#ctx0" brushRef="#br2" timeOffset="1.55916E6">5509 17052 24575,'0'14'0,"0"20"0,0 0 0,0 7 0,-1 17 0,0 7 0,-1-10 0,0 3 0,-1 1-482,-1 4 0,0 1 0,-2 0 482,1-3 0,-1-1 0,-1 1 0,-3 5 0,-2 2 0,1-5 0,0 2 0,-1-4 117,3-15 0,-1-1 0,1-4-117,3-6 0,0-4 0,-4 25 0,1-9 0,-3 13 0,4-19 1095,-1 4-1095,6-30-1696,1-40 0,1 17 0,1-25 0</inkml:trace>
  <inkml:trace contextRef="#ctx0" brushRef="#br2" timeOffset="1.56049E6">5691 17069 24575,'56'0'0,"6"0"0,6 0 0,-13 0 0,1 0 0,-5 0 0,2 0 0,-5 0 0,-6-1 0,-6 1 0,18 3 0,-17 9 0,-14 7 0,-10 12 0,-7 33 0,-7-12 0,-1-14 0,-5 2 0,-13 6 0,-8 1 0,-3-6 0,-6 0 0,0-1 0,3 0 0,0-2 0,-2 1 0,-6 1 0,-3 0 0,-1-3 0,3-7 0,-2-2 0,1-2 0,4-3 0,1-2 0,-2 1-197,-13 5 1,-2 0-1,1-3 197,10-5 0,2-1 0,-1-1 0,-1 0 0,0-1 0,4-1 0,2-1 0,5-3 0,-23 2 0,51-19 0,5 1 0,3-2 0</inkml:trace>
  <inkml:trace contextRef="#ctx0" brushRef="#br2" timeOffset="1.56168E6">7120 17721 24575,'-7'-4'0,"-5"2"0,-19 11 0,-17 12 0,13 0 0,1 4 0,6-4 0,1 3 0,-7 12 0,5 1 0,3 8 0,6-1 0,2 2 0,3 12 0,5-13 0,2 2 0,4-10 0,1-1 0,0-1 0,2 0 0,-1 23 0,3-20 0,5-17 0,18-11 0,0-7 0,18-3 0,-3 0 0,11 0 0,12 2 0,-18 3 0,0 1 0,16 1 0,5 5 0,-49-9 0,-6-1 0</inkml:trace>
  <inkml:trace contextRef="#ctx0" brushRef="#br2" timeOffset="1.56289E6">7834 17426 8191,'4'-9'0,"-3"9"5063,1 18-5063,-2 30 1409,-2-11 0,-2 4-1409,-4 13 0,-2 4 0,2-14 0,-3 2 0,1 0 466,-2 2 1,-1 0 0,0 0-467,0 0 0,1 0 0,-1 0 0,-1 7 0,0 0 0,1-3 0,1-1 0,1-3 3313,-3 9 0,2-6-3313,4-7 0,0-7 0,0 6 0,2-13 0,-1 7 477,3-16-477,0-3 0,3 2 0,0-13 0,1 4 0,0-12 0</inkml:trace>
  <inkml:trace contextRef="#ctx0" brushRef="#br2" timeOffset="1.56498E6">7823 17933 24575,'43'-3'0,"16"0"0,-7 3 0,1 0 0,-17 0 0,-1 0 0,4-1 0,-6 2 0,-11 8 0,-13 7 0,-3 15 0,-6 12 0,2-8 0,0 2 0,-1 20 0,1-21 0,0 0 0,-2 21 0,-4-18 0,-5 7 0,-8-21 0,-10-1 0,-8-4 0,-6-4 0,-20-5 0,18-5 0,-14-5 0,-5-18 0,14 0 0,14 2 0,3-1 0,-4-10 0,5-9 0,15 12 0,3-4 0,17 17 0,6 6 0,9 2 0,5 2 0,6 1 0,5 11 0,7 12 0,-5 4 0,0 3 0,-10-8 0,-1 0 0,9 6 0,-1-2 0,0-3 0,6-9 0,-11-8 0,15-3 0,-7-3 0,8 3 0,2 2 0,-13 0 0,0 0 0,12 0 0,9 2 0,-31-8 0,-6 0 0,-3 0 0,-1 0 0,8-5 0,-6-1 0,4-2 0,-15 4 0,-1 2 0,-5 2 0</inkml:trace>
  <inkml:trace contextRef="#ctx0" brushRef="#br2" timeOffset="1.56609E6">9158 18322 24575,'3'-1'0,"-1"5"0,-2 10 0,0 7 0,0 5 0,0 0 0,0 9 0,-1-9 0,-1 6 0,-2-14 0,-2-2 0,-6 5 0,-2 0 0,1 1 0,1 3 0,6-15 0,1 3 0,3-8 0,-1-2 0,1-3 0,0 0 0,1-3 0</inkml:trace>
  <inkml:trace contextRef="#ctx0" brushRef="#br2" timeOffset="1.57056E6">9906 17429 24575,'31'0'0,"4"0"0,3 1 0,-10 6 0,-13 23 0,-24 18 0,-12 10 0,5-9 0,-3 2 0,0 1 0,-3 3 0,0 0 0,-1 0 0,0-4 0,0-1 0,1-3 0,-2 10 0,3-4 0,4-12 0,1-2 0,-2 8 0,1 1 0,2-1 0,2-2 0,-4 17 0,9-27 0,1-5 0,7-12 0,4-9 0,5-6 0,15-3 0,-2-2 0,11-4 0,14-10 0,-12 1 0,22-5 0,-14 6 0,5 2 0,7-2 0,-6 3 0,2 1 0,-16 3 0,0 1 0,20-5 0,-5 2 0,-12 4 0,-10 1 0,-24 3 0,-6 1 0</inkml:trace>
  <inkml:trace contextRef="#ctx0" brushRef="#br2" timeOffset="1.57181E6">9448 18014 24575,'19'-3'0,"28"0"0,-11 3 0,3 0 0,7-1 0,2-2 0,2-1 0,0-2 0,0-3 0,0-1 0,0-2 0,0-2 0,-1 1 0,2-1 0,11-3 0,-3 1 0,-23 6 0,-2 0 0,5-1 0,-4 3 0,-14 3 0,-10 6 0,-6 1 0,-3 1 0,-1-1 0,-1 0 0</inkml:trace>
  <inkml:trace contextRef="#ctx0" brushRef="#br2" timeOffset="1.57346E6">10721 17363 24575,'33'0'0,"3"0"0,6 0 0,4 4 0,0 11 0,2 16 0,-22-9 0,-2 3 0,1 4 0,-1 1 0,-2 0 0,-2 2 0,-2-2 0,-2 1 0,5 30 0,-9 3 0,-9-31 0,-1 1 0,-1 11 0,0 1 0,-1-12 0,0 0 0,-1 10 0,-1-1 0,-5 22 0,1-29 0,-2 2 0,-3 14 0,-2 0 0,3-10 0,-1-2 0,0 0 0,0-1 0,-1-6 0,-1-3 0,-2 0 0,-8 13 0,10-17 0,-2 4 0,4-12 0,1 2 0,-1-10 0,4-2 0,-1 0 0,4-2 0,-1-1 0,2 0 0,-2-9 0,2-23 0,1 15 0,1-15 0</inkml:trace>
  <inkml:trace contextRef="#ctx0" brushRef="#br2" timeOffset="1.66978E6">12760 4868 24575,'41'-21'0,"7"-5"0,-7 3 0,4-2 0,-2 2 0,-1 0 0,1 0 0,0 1 0,-4 2 0,0 0 0,5 0 0,-1 1 0,16-6 0,-26 11 0,-2 1 0,8-1 0,0-3 0,-5 4 0,0 0 0,21-10 0,-4 2 0,1-1 0,8-6 0,-20 8 0,-2 1 0,12-9 0,-3 1 0,-5 2 0,12-7 0,-15 7 0,13-7 0,2 1 0,-11 6 0,7-4 0,-23 14 0,-5 2 0,8-3 0,-1-1 0,19-11 0,5-2 0,-20 12 0,0 0 0,2 0 0,1 1 0,0 0 0,0 1 0,-2 2 0,-1 1 0,22-8 0,-10 5 0,-4 0 0,-13 5 0,28-4 0,4 1 0,3 4 0,-2 1 0,-29 7 0,-9 2 0,-7 0 0,0 0 0,-3 0 0,0 0 0,3 0 0,-7 1 0,5 1 0,-5 1 0,0 2 0,-2-1 0,-1 0 0,-2-1 0,-1 1 0,2 0 0,1 1 0,9 6 0,0 0 0,7 5 0,-3-2 0,15 10 0,4 4 0,3 2 0,-3-1 0,-11-8 0,1 1 0,0 1 0,11 10 0,-7-7 0,7 6 0,-8-9 0,13 12 0,-8-8 0,-4-3 0,0 1 0,4 2 0,-6-4 0,-1-1 0,1 2 0,7 7 0,-13-10 0,-3-1 0,6 10 0,-9-10 0,6 10 0,-7-12 0,20 26 0,-12-15 0,14 15 0,-12-16 0,-12-12 0,2 1 0,-11-10 0,-3-2 0,-2 0 0,0 0 0,-1 0 0,0 3 0,0-2 0,0 0 0,0-3 0</inkml:trace>
  <inkml:trace contextRef="#ctx0" brushRef="#br2" timeOffset="1.67573E6">14254 3341 24575,'0'30'0,"0"1"0,0 6 0,0 10 0,0 10 0,1-24 0,0 1 0,0 1 0,0-1 0,3 28 0,0-12 0,-1-16 0,1-9 0,-3-5 0,2 2 0,-1 2 0,1 1 0,0 0 0,-1 0 0,1-1 0,-1 2 0,-1-10 0,2 2 0,-1-12-1696,-1-10 0,0 4 0,-1-9 0</inkml:trace>
  <inkml:trace contextRef="#ctx0" brushRef="#br2" timeOffset="1.67693E6">14200 3387 24575,'-4'13'0,"-4"6"0,-7 13 0,-4 5 0,-3 3 0,-2 1 0,11-16 0,1-1 0,10-15 0,2-2 0,0-1 0,-1 1 0,-4 12 0,-2 0 0,-6 16 0,5-11 0,-1 0 0,6-17 0,0-3 0,2-5 0</inkml:trace>
  <inkml:trace contextRef="#ctx0" brushRef="#br2" timeOffset="1.67818E6">14301 3348 24575,'20'9'0,"6"11"0,10 9 0,2 4 0,-8-2 0,-8-9 0,-6-4 0,-7-6 0,-2-5 0,-2 2 0,-2-5 0,0 1 0,-2-4 0</inkml:trace>
  <inkml:trace contextRef="#ctx0" brushRef="#br2" timeOffset="1.67948E6">17474 5027 24575,'0'25'0,"0"26"0,0 2 0,-1 12 0,0-2 0,-2-13 0,0-1 0,-1 3-236,1 1 1,-1 5-1,1-1 1,-1-6 235,-3 11 0,0-7 154,2-11 1,1-5-155,2 10 156,2-25-156,0-37 0,0-7 0,0-16 0,0 21 0,0 5 0</inkml:trace>
  <inkml:trace contextRef="#ctx0" brushRef="#br2" timeOffset="1.68123E6">17569 5253 24575,'34'0'0,"1"0"0,2 0 0,-11 10 0,-13 9 0,-9 15 0,-8 17 0,-2-14 0,-9 10 0,4-27 0,-8 0 0,6-9 0,-4-3 0,0-3 0,-11-1 0,8-3 0,-5 1 0,13-2 0,1 1 0,6 2 0,1 1 0,15 9 0,0 0 0,15 15 0,2 6 0,9 14 0,-14-19 0,2 0 0,1 1 0,2 0 0,3 0 0,0-1 0,1-3 0,-1-2 0,-2-3 0,2-3 0,5 0 0,0-2 0,13 2 0,16-1 0,-13-10 0,-11-5 0,1-1 0,16 2 0,8-2 0,-49-1 0,-9 0 0</inkml:trace>
  <inkml:trace contextRef="#ctx0" brushRef="#br2" timeOffset="1.68261E6">11963 2467 24575,'-5'14'0,"-4"9"0,-6 6 0,-3 5 0,2-6 0,4-6 0,5-7 0,2-6 0,3-5 0,1-4 0</inkml:trace>
  <inkml:trace contextRef="#ctx0" brushRef="#br2" timeOffset="1.68331E6">11873 2602 24575,'-8'48'0,"-5"0"0,-4 7 0,1-9 0,8-18 0,6-11 0,2-14 0,0-8 0,0 2 0,0-2 0</inkml:trace>
  <inkml:trace contextRef="#ctx0" brushRef="#br2" timeOffset="1.68429E6">11957 2481 24575,'53'0'0,"7"6"0,-25-2 0,1 2 0,-1 2 0,-1 1 0,20 9 0,-16-7 0,-17-1 0,-13-8 0,-5 1 0</inkml:trace>
  <inkml:trace contextRef="#ctx0" brushRef="#br2" timeOffset="1.68516E6">8524 3233 24575,'0'23'0,"0"22"0,0 18 0,0 0 0,0-6 0,0 0 0,0 5-177,0-6 1,0 4-1,0 3 1,0 0-1,0-1 177,0-2 0,0 1 0,0-1 0,0-2 0,0-4 0,0 13 0,0-6 0,0 0 0,0 4 0,0 0 0,0-11 290,0 6-290,0-27-1623,-7-33 1,5 2 0,-4-18-1</inkml:trace>
  <inkml:trace contextRef="#ctx0" brushRef="#br2" timeOffset="1.68623E6">8549 3438 24575,'7'-10'0,"9"4"0,13 2 0,4 4 0,-2 0 0,-9 2 0,-7 9 0,-6 13 0,-3 25 0,-2 10 0,-2-7 0,-1 1 0,0-9 0,-1 2 0,-1-2 0,-5 12 0,-3-6 0,-5-2 0,-9 7 0,8-27 0,-2-3 0,1-5 0,3-5 0,2-3 0,6-7 0,3-3 0</inkml:trace>
  <inkml:trace contextRef="#ctx0" brushRef="#br2" timeOffset="1.68708E6">9067 4057 24575,'0'22'0,"0"23"0,0 19 0,0-27 0,0 1 0,0-2 0,0-1 0,0 16 0,0-14 0,0-16 0,1-6 0,7-3 0,21 11 0,-1-8 0,12 1 0,-16-11 0,-7-4 0,-3-1 0,-7 0 0,-1 0 0</inkml:trace>
  <inkml:trace contextRef="#ctx0" brushRef="#br2" timeOffset="1.68893E6">9433 3931 24575,'-4'12'0,"2"24"0,2 26 0,0-18 0,0 3 0,0 0 0,0 1 0,0-4 0,0 0 0,0 4 0,0-4 0,0 4 0,0 2 0,0-41 0,0-9 0,0-17 0,1-22 0,1-7 0,2 10 0,3-3 0,4-10 0,4-7 0,1 7 0,1 8 0,4 4 0,11-12 0,2 7 0,0 17 0,15 10 0,-19 14 0,13 2 0,-6 5 0,-2 5 0,-2 18 0,-16 8 0,-4 1 0,-20 8 0,-4-20 0,-9 4 0,-3-10 0,0-3 0,1-3 0,-5-2 0,8-5 0,-7 0 0,14-5 0,-2 1 0,12-2 0,10 1 0,31 18 0,2 8 0,-11-8 0,0 3 0,14 18 0,-5-9 0,-6-9 0,-5-9 0,-8-6 0,-2-5 0,12-3 0,-4-4 0,14-3 0,-12-5 0,-6 1 0,-10 4 0,-6 3 0</inkml:trace>
  <inkml:trace contextRef="#ctx0" brushRef="#br2" timeOffset="1.68983E6">10104 3802 24575,'-3'19'0,"6"20"0,9 12 0,3 5 0,-6-13 0,0 0 0,7 15 0,-1-1 0,-5 8 0,-7-29 0,0 1 0,-1 2 0,-1 2 0,1 5 0,-2 2 0,-1 0 0,-1 0 0,-1-5 0,-1-1 0,-2 1 0,-1-4 0,-3 7 0,0-8 0,7-32 0,2-2 0,-1-5 0</inkml:trace>
  <inkml:trace contextRef="#ctx0" brushRef="#br2" timeOffset="1.69226E6">12636 3489 24575,'22'-16'0,"15"-14"0,13-5 0,3 0 0,-13 10 0,-15 12 0,-7 5 0,-6 5 0,2 1 0,5-2 0,2-1 0,0-1 0,-3-1 0,-8 4 0,-3 0 0</inkml:trace>
  <inkml:trace contextRef="#ctx0" brushRef="#br2" timeOffset="1.69308E6">13350 2927 24575,'10'0'0,"2"0"0,1 0 0,5 0 0,-2 0 0,4 0 0,11-2 0,-5 0 0,7-1 0,-9-3 0,-13 4 0,-2-2 0</inkml:trace>
  <inkml:trace contextRef="#ctx0" brushRef="#br2" timeOffset="1.69386E6">13875 2670 24575,'14'0'0,"3"-2"0,11-1 0,2-3 0,1 1 0,-7 1 0,-10 4 0,-7 0 0,-3 1 0</inkml:trace>
  <inkml:trace contextRef="#ctx0" brushRef="#br2" timeOffset="1.69503E6">14241 2480 24575,'8'0'0,"1"0"0,2 0 0,2 0 0,4 0 0,-3-1 0,0-1 0,-5 0 0,-2-1 0,1 1 0,2-2 0,20-8 0,-10 6 0,12-6 0,-15 8 0,-9 2 0,0 0 0</inkml:trace>
  <inkml:trace contextRef="#ctx0" brushRef="#br2" timeOffset="1.69624E6">14806 2517 24575,'10'15'0,"8"3"0,22 15 0,-9-9 0,8 8 0,-8-5 0,-9-7 0,4 6 0,-13-14 0,-6-5 0,-3-3 0</inkml:trace>
  <inkml:trace contextRef="#ctx0" brushRef="#br2" timeOffset="1.69711E6">15231 3068 24575,'16'0'0,"-2"0"0,-4 1 0,-5-1 0,-3 1 0</inkml:trace>
  <inkml:trace contextRef="#ctx0" brushRef="#br2" timeOffset="1.69789E6">15587 3439 24575,'8'7'0,"5"6"0,4 2 0,-2-3 0,-6-4 0,-6-8 0</inkml:trace>
  <inkml:trace contextRef="#ctx0" brushRef="#br2" timeOffset="1.69901E6">15929 3750 24575,'34'30'0,"-1"-2"0,-3 0 0,-6-7 0,-6-7 0,-7-5 0,-5-3 0,-2-6-1696,-3-3 0,-1 1 0,0-2 0</inkml:trace>
  <inkml:trace contextRef="#ctx0" brushRef="#br2" timeOffset="1.70071E6">16290 4087 24575,'11'15'0,"-2"-3"0,7 2 0,-3-4 0,-4-4 0,1 1 0,-3-2 0,6 7 0,-5-5 0,4 4 0,-3-4 0,-3-1 0,4 3 0,-6-6-1696,1-6 0,-4 1 0,-1-4 0</inkml:trace>
  <inkml:trace contextRef="#ctx0" brushRef="#br2" timeOffset="1.71899E6">9506 3722 24575,'0'0'0</inkml:trace>
  <inkml:trace contextRef="#ctx0" brushRef="#br2" timeOffset="1.72034E6">9382 3517 24575,'0'17'0,"0"8"0,0 15 0,0 8 0,0 2 0,0-4 0,0 2 0,0-17 0,0 5 0,0 0 0,0 8 0,0-2 0,1-1 0,-1-28 0,0 0 0</inkml:trace>
  <inkml:trace contextRef="#ctx0" brushRef="#br2" timeOffset="1.72161E6">9540 4234 24575,'17'0'0,"2"0"0,3 0 0,-4 0 0,-7 0 0,3 3 0,4 3 0,6 6 0,2 3 0,0 4 0,-8-5 0,-4-3 0,-9-4 0,-4-5 0,0 0 0</inkml:trace>
  <inkml:trace contextRef="#ctx0" brushRef="#br2" timeOffset="1.72786E6">8858 4684 24575,'0'23'0,"0"25"0,0-9 0,0 3 0,0 9 0,0 2 0,0 0 0,0 0 0,0-5 0,0-2 0,0-11 0,0-3 0,0 10 0,0-24 0,-3-24 0,0-26 0,2-13 0,0 0 0,2-3 0,8-15 0,4 1 0,-4 19 0,5 6 0,25-5 0,-2 26 0,-12 10 0,6 1 0,-16 5 0,9 0 0,-10 1 0,8 9 0,-9 11 0,3 15 0,2 14 0,-1 6 0,-4-1 0,-6-5 0,-5 1 0,-3-18 0,-9 10 0,2-23 0,-7 5 0,6-11 0,2 0 0,2-4 0,2-9 0,1-17 0,3-21 0,2-5 0,6-22 0,-1 11 0,2 2 0,13-6 0,10 4 0,-5 26 0,3 7 0,-11 18 0,0 2 0,-2 0 0,-2 0 0,-2 1 0,-1 3 0,5 22 0,-5 0 0,4 21 0,-8-8 0,-2 0 0,-2 0 0,1-7 0,-2-5 0,0-7 0,2-6 0,-2-3 0,4-3 0,0-2 0,0 1 0,5 6 0,-3-2 0,3 6 0,-3-3 0,-2 3 0,-2-2 0,-3-7 0,-5-11 0,0-7 0</inkml:trace>
  <inkml:trace contextRef="#ctx0" brushRef="#br2" timeOffset="1.88731E6">23879 17545 24575,'-48'0'0,"15"0"0,-5 0 0,-16 0 0,-5 0 0,13 0 0,-2 0 0,0 0 0,-2 0 0,1 0 0,-4 0 0,3 0 0,-4 0 0,1 0 0,4 0 0,1 1 0,4 0 0,-2 0 0,-7 1 0,-1 1 0,7 2 0,10 2 0,5 3 0,-14 14 0,9 23 0,2 10 0,13-20 0,0 3 0,-4 7 0,-1 5 0,4-3 0,3-2 0,3-2 0,0 0 0,2 2 0,5 12 0,3 0 0,1-15 0,3 0 0,3 14 0,4-2 0,3-19 0,4-2 0,3-3 0,3-2 0,25 21 0,0-15 0,-3-12 0,23-9 0,-1-12 0,-16-6 0,2-4 0,-2-5 0,-1-3 0,2-4 0,0-3 0,-3 0 0,-2-2 0,-1 0 0,-3 1 0,8-4 0,-11 5 0,-26 16 0,-3 0 0,-4 4 0,-1-1 0</inkml:trace>
  <inkml:trace contextRef="#ctx0" brushRef="#br2" timeOffset="1.92111E6">23807 18161 24575,'-11'0'0,"-9"0"0,-12 0 0,-3 0 0,7 2 0,12 5 0,12 5 0,4 9 0,0 28 0,0-5 0,2 17 0,1-19 0,2-9 0,3-8 0,-1-9 0,2-10 0,0-7 0,2-9 0,15-10 0,-4 4 0,7-2 0,-6 7 0,-2 0 0,-2 1 0,1 1 0,-6 6 0,10 3 0,-11 6 0,-5 22 0,-25-1 0,-13 13 0,-25-3 0,19-13 0,-7 5 0,27-13 0,3 4 0,7-6 0,1 9 0,5-10 0,0 4 0,0-7 0,-1 0 0,0-1 0,-1-1 0,1 1 0,0-1 0,1 0 0,1-1 0,1-3 0,3 0 0,3-3 0,7-4 0,-2-3 0,9-3 0,-2-2 0,6-1 0,3 0 0,17 0 0,-13 4 0,7 1 0,-18 4 0,3 0 0,-7 0 0,2 1 0,-2 1 0,-4 0 0,1 1 0,-5 1 0,-4 1 0,-1 2 0,-6 1 0,-10-2 0,5-1 0,-5-1 0</inkml:trace>
  <inkml:trace contextRef="#ctx0" brushRef="#br2" timeOffset="1.92283E6">24985 17779 24575,'-7'31'0,"-7"7"0,-9 11 0,-1 3 0,2-1 0,4-2 0,-1 4 0,-2 5 0,1 4 0,9-29 0,2 0 0,-3 26 0,6-9 0,4-9 0,3-9 0,3-6 0,8-5 0,10-1 0,11-1 0,26 0 0,0-9 0,-3-2 0,-17-8 0,-23 0 0,-3 0 0,-2-7 0,-5 5 0,-2-5 0</inkml:trace>
  <inkml:trace contextRef="#ctx0" brushRef="#br2" timeOffset="1.92436E6">25333 17767 24575,'9'42'0,"0"0"0,0 15 0,-2-8 0,-1 1 0,-4 12 0,-2-28 0,-1 2 0,-5 21 0,-1 2 0,1-14 0,0 0 0,-5 14 0,1-1 0,3-22 0,1-3 0,-5 25 0,5-11 0,4-22 0,9-14 0,15-19 0,13-7 0,11-3 0,-14 3 0,0-1 0,17-10 0,5-10 0,-23 12 0,-8 6 0,-6 8 0,-8 5 0,-4 3 0</inkml:trace>
  <inkml:trace contextRef="#ctx0" brushRef="#br2" timeOffset="1.92516E6">25243 18092 24575,'0'0'0</inkml:trace>
  <inkml:trace contextRef="#ctx0" brushRef="#br2" timeOffset="1.92553E6">25243 18092 24575,'0'0'0</inkml:trace>
  <inkml:trace contextRef="#ctx0" brushRef="#br2" timeOffset="1.92658E6">25078 18110 24575,'31'0'0,"15"0"0,20 0 0,-27 0 0,1 0 0,0 0 0,-2 0 0,-2 0 0,-1 0 0,22 0 0,-13-1 0,-12-1 0,-2-3 0,-11 3 0,0-1 0,-9 3 0,-4 0 0,-3 0 0</inkml:trace>
  <inkml:trace contextRef="#ctx0" brushRef="#br2" timeOffset="1.92851E6">26012 18378 24575,'0'16'0,"0"7"0,0 15 0,0 5 0,0-1 0,0 1 0,-2-19 0,0 7 0,-4-3 0,1-8 0,-2 2 0,0-8 0,2-3 0,-2 1 0,3-4 0,-1 1 0,2-3 0,1-6 0,1 1 0,1-5 0</inkml:trace>
  <inkml:trace contextRef="#ctx0" brushRef="#br2" timeOffset="1.93178E6">26755 17802 24575,'0'12'0,"0"8"0,0 16 0,0 9 0,0 5 0,0-1 0,0-4 0,-1-3 0,-4-4 0,-3-1 0,-3 0 0,1-3 0,1-3 0,1-3 0,1-4 0,0 1 0,2 3 0,2 1 0,2 17 0,1-13 0,0 11 0,0-20 0,1-8 0,1-7 0,2-6 0,14-2 0,11-1 0,6-2 0,8-4 0,-10-5 0,0-5 0,-3-4 0,-4-1 0,-4 0 0,0-1 0,-8 7 0,0-2 0,-9 7 0,-2 0 0,-1 1 0,0-4 0,0 4 0,0-2 0,2 5 0,-2 1 0,1 2 0,-1-1 0,-1 2 0,-1-1 0</inkml:trace>
  <inkml:trace contextRef="#ctx0" brushRef="#br2" timeOffset="1.93393E6">27457 17671 24575,'14'23'0,"-2"1"0,1 3 0,-2 1 0,-2 1 0,0 2 0,-2 3 0,-1 2 0,-2 2 0,-2 2 0,-2-3 0,0-1 0,0 0 0,0 1 0,0 2 0,-2 16 0,-5-14 0,-3 13 0,-3-19 0,-3 1 0,-3 2 0,1-2 0,0-4 0,5-7 0,1-3 0,4-8 0,0 1 0,4-4 0,-1-2 0,-2 7 0,-1-3 0,-3 9 0,1-3 0,-8 9 0,10-14 0,-4 4 0,4-15 0,-10-8 0,8 4 0,-5-4 0</inkml:trace>
  <inkml:trace contextRef="#ctx0" brushRef="#br2" timeOffset="1.93731E6">28067 18159 24575,'12'3'0,"17"-1"0,37-2 0,-20 0 0,6 0 0,-4 0 0,4 0 0,-3 0 0,8 0 0,-3 0 0,3 0 0,-7 0 0,-11 0 0,-22 0 0,-12 0 0</inkml:trace>
  <inkml:trace contextRef="#ctx0" brushRef="#br2" timeOffset="1.93888E6">28551 18003 24575,'30'0'0,"20"0"0,-14 0 0,1 0 0,3 0 0,-1 0 0,24 0 0,-21 4 0,-23 0 0,-11 8 0,-7-2 0,-4 5 0,-5 0 0,-6 3 0,-6 2 0,0 1 0,1-2 0,-5 3 0,-1 2 0,-15 14 0,10-10 0,1 1 0,-10 12 0,12-12 0,10-10 0,8-9 0,6-7 0</inkml:trace>
  <inkml:trace contextRef="#ctx0" brushRef="#br2" timeOffset="1.94171E6">29625 17917 24575,'-4'10'0,"2"9"0,2 13 0,0 7 0,0-2 0,-1-8 0,4-4 0,14 14 0,14 5 0,7 2 0,-8-8 0,3 0 0,2-2 0,4 1 0,-3-5 0,-9-9 0,-1-5 0,33 11 0,-16-25 0,15-7 0,-23-2 0,2-3 0,1-3 0,1-4 0,-3-1 0,-1-4 0,-4 0 0,-2-3 0,0-10 0,-4-2 0,6-20 0,-15 18 0,-4-1 0,-5-22 0,-5-5 0,-6 29 0,-4-2 0,-16-15 0,-6 0 0,5 13 0,-5 2 0,-5 4 0,-4 0 0,1 5 0,4 8 0,-1 5 0,-10-1 0,0 4 0,-21 6 0,29 6 0,-1 0 0,-1 1 0,0 0 0,-5 0 0,2 0 0,-10 0 0,6 3 0,35 2 0,4 5 0,0 6 0,-9 19 0,1-5 0,-6 11 0,3-4 0,7-12 0,2 3 0,8-14 0,1 4 0,0-2 0,2 9 0,13 9 0,-1-8 0,8 6 0,-7-20 0,-3-5 0,-1-4 0,15-2 0,-2-1 0,8 0 0,4 0 0,19 0 0,-17-1 0,1 0 0,17-5 0,-8-3 0,8-7 0,-18 5 0,15-5 0,-30 9 0,-1 0 0,-14 4 0,-1 0 0,-1 0 0,3 0 0,-1 1 0,0 1 0,-1 1 0,-1 0 0,-4 0 0,0 0 0</inkml:trace>
  <inkml:trace contextRef="#ctx0" brushRef="#br2" timeOffset="2.1646E6">12059 17884 24575,'28'0'0,"32"0"0,-20 0 0,4 0 0,5 0 0,-1 0 0,-5 0 0,-5 0 0,11 0 0,-13 0 0,8 0 0,5 0 0,-10 0 0,3 0 0,9 0 0,5 0 0,-6 0 0,-9 0 0,-5 0 0,3 1 0,-7-2 0,-20 0 0,-12-3 0,-1 2 0,-4-2 0</inkml:trace>
  <inkml:trace contextRef="#ctx0" brushRef="#br2" timeOffset="2.16563E6">12169 18283 24575,'29'0'0,"30"0"0,-10 0 0,6 0 0,-12 0 0,2 0 0,0 0 0,2 0 0,-1 0 0,0 0 0,14 0 0,-1 0 0,-9 0 0,-4 0 0,6 0 0,-12 1 0,-30 2 0,-2 2 0,-7 1 0,0-3 0,-2-1 0</inkml:trace>
  <inkml:trace contextRef="#ctx0" brushRef="#br2" timeOffset="2.16697E6">15210 16912 24575,'-2'32'0,"-5"-1"0,-4 6 0,-3 2 0,-2 5 0,-1 1-868,-7 14 1,-2 3 0,0-1 867,-2-1 0,-1 0 0,1 1 0,6-9 0,-1 1 0,2 0 0,1-3 0,0-1 0,2-3 0,1 1 95,-1 4 0,0 1 0,1-1-95,-4 11 0,0-2 0,0-4 0,2-2 277,0-3 0,3-5-277,4-12 0,1-4 0,-1 8 0,5-21-1330,3-28 0,1 6 0,1-13 0</inkml:trace>
  <inkml:trace contextRef="#ctx0" brushRef="#br2" timeOffset="2.16826E6">15284 16963 24575,'0'19'0,"3"31"0,3 12 0,5-4 0,1 3-498,-3-14 1,-1 4 0,1 1-1,1-3 498,4 3 0,0-2 0,1-2 0,-2-4 0,1-1 0,-1 1 48,4 8 0,-1 2 1,1-4-49,1 2 0,1 1 148,-1-5 0,0 4 1,0-7-149,-3-8 0,-1-5 0,9 24 0,-12-33 1000,-9-13-1000,1-2 400,0-1-400,1 1 0,0 1 0,3 8 0,3 7 0,3 8 0,7 20 0,-5-19 0,3 6 0,-10-22 0,-3-5 0,0-1 0,-2-9 0,-1-10 0,-1 2 0,-1-5 0</inkml:trace>
  <inkml:trace contextRef="#ctx0" brushRef="#br2" timeOffset="2.16978E6">14841 18086 24575,'50'0'0,"10"0"0,-22 0 0,1 0 0,-4 0 0,-1 0 0,15 0 0,-21 0 0,-14 0 0,-7 0 0,-2 0 0,0 0 0,1 0 0,2 0 0,4 0 0,4 0 0,0 0 0,1 0 0,2 0 0,-8 0 0,3 0 0,5-3 0,7-3 0,21-4 0,-11 1 0,0 0 0,14-1 0,4 0 0,-42 10 0,-12 1 0,-12 0 0,4 0 0,-3-1 0</inkml:trace>
  <inkml:trace contextRef="#ctx0" brushRef="#br2" timeOffset="2.17095E6">15765 17003 24575,'8'-3'0,"11"0"0,13 3 0,10 0 0,4 0 0,-10 0 0,-9 0 0,-11 0-1696,-17 0 0,2 0 0,-9 0 0</inkml:trace>
  <inkml:trace contextRef="#ctx0" brushRef="#br2" timeOffset="2.17188E6">13955 17312 24575,'0'65'0,"0"0"0,0-14 0,0 2 0,0 2 0,0-5 0,0 2 0,0 1 0,0 0-654,0 1 1,0 2 0,0-1 0,0-1 653,0 14 0,0-2 0,0-2 0,0-7 0,0-2 0,0 0 277,0-2 0,0 0 0,0-5-277,0-5 0,0-3 215,0 3 1,0-7-216,0-17 0,0-9 0,0-5 0,-1-5 0</inkml:trace>
  <inkml:trace contextRef="#ctx0" brushRef="#br2" timeOffset="2.17338E6">15942 17004 24575,'0'12'0,"0"33"0,0 5 0,0 10 0,0-3 0,0 9 0,0 1 0,0-3 0,0 2 0,0-4 0,0 4-206,0-3 1,0 5 0,0-3 0,1-8 205,0 0 0,1-6 101,2 6 0,1-3-101,-1-15 0,1 0 0,2 9 0,0 2 0,1-3 0,-1-3 0,2 18 0,2 2 619,-8-40-619,0 0 0,0-10 0,-1 1 0,1-5 0,-2-3 0,3 0 0,-2-2-1696,-1-15 0,1 9 0,-2-12 0</inkml:trace>
  <inkml:trace contextRef="#ctx0" brushRef="#br2" timeOffset="2.18171E6">17606 17273 24575,'-36'0'0,"-25"0"0,11 3 0,-3 3 0,-9 2 0,-2 2 0,1 2 0,1 3 0,7 1 0,5 3 0,7 3 0,5 3 0,10-5 0,4 5 0,-1 12 0,1 8 0,4 0 0,-1 12 0,3 2 0,2-13 0,0 0 0,3-2 0,1 7 0,4-5 0,3 10 0,6-19 0,17 11 0,0-23 0,12 3 0,7-9 0,-9-6 0,8 3 0,-15-9 0,-4-1 0,-4-3 0,-3-2 0,2 0 0,6-1 0,5 2 0,12 2 0,-12 0 0,3 3 0,-16-6 0,-4 0 0,-2-1 0</inkml:trace>
  <inkml:trace contextRef="#ctx0" brushRef="#br2" timeOffset="2.18296E6">17776 17261 24575,'0'22'0,"0"14"0,0 19 0,-1-21 0,0 2 0,-1 2 0,-1 0 0,-1-3 0,-1 0 0,-7 27 0,-4-5 0,1-12 0,0 0 0,3-11 0,0 0 0,-8 23 0,0 0 0,4-3 0,-3 6 0,11-27 0,5-14 0,-1 2 0,4-5 0,-1-3 0,-2 6 0,-3 2 0,0 5 0,0 0 0,0-7 0,1-11 0,2-4 0,0-7 0</inkml:trace>
  <inkml:trace contextRef="#ctx0" brushRef="#br2" timeOffset="2.18514E6">17755 17576 24575,'7'-4'0,"5"2"0,7 2 0,-2 0 0,0 0 0,-8 0 0,20 9 0,0 20 0,11 3 0,-20-4 0,-4 1 0,2 6 0,-1 6 0,-12-16 0,-3 13 0,-2 0 0,0 2 0,-3-8 0,-2-13 0,-4-3 0,-3-2 0,-2-2 0,-2-3 0,-4-4 0,-13-3 0,7-5 0,-9-7 0,9-6 0,-4-6 0,-5-1 0,-11-2 0,13 8 0,3 2 0,24 11 0,8 3 0,9 4 0,5 9 0,6 11 0,2 6 0,17 23 0,-11-13 0,0 0 0,13 12 0,-1-11 0,-10-19 0,4-4 0,-1-8 0,-2-2 0,2 1 0,20 5 0,-18-5 0,-3 0 0,3 1 0,-12-2 0,-7-2 0,-6-2 0,0-1 0,-6 0 0,-1-2 0</inkml:trace>
  <inkml:trace contextRef="#ctx0" brushRef="#br2" timeOffset="2.18634E6">18585 18006 24575,'0'-4'0,"0"16"0,0 1 0,0 12 0,0-9 0,0 0 0,-6 9 0,1-5 0,-8 14 0,7-15 0,-1 2 0,4-13 0,1-1 0,0-1 0,-1 3 0,0 7 0,0-5 0,-2 5 0,1-7 0,1-5 0,0-1 0,2-4 0</inkml:trace>
  <inkml:trace contextRef="#ctx0" brushRef="#br2" timeOffset="2.18798E6">19112 17135 24575,'0'35'0,"0"1"0,0 0 0,0 2 0,0 3 0,0 2 0,0 14 0,0-1 0,0-18 0,0 0 0,0 10 0,0-3 0,0 7 0,0-1 0,0 1 0,0-1 0,0-3 0,4 5 0,0-20 0,10 9 0,0-20 0,8 7 0,-2-10 0,1-2 0,-4-10 0,4-3 0,1-3 0,14-1 0,-7-6 0,1-11 0,0-5 0,11-13 0,-13 6 0,-1 0 0,8-5 0,6-2 0,-8 12 0,5-5 0,-12 12 0,-7 4 0,-7 6 0,-10 5 0,0 2 0,-6 1 0</inkml:trace>
  <inkml:trace contextRef="#ctx0" brushRef="#br2" timeOffset="2.18908E6">18795 17526 24575,'38'0'0,"12"0"0,-16 0 0,0 0 0,2 0 0,-1 0 0,23 0 0,-15 0 0,-15 0 0,-7-1 0,5-6 0,-4 1 0,7-6 0,0 2 0,0 0 0,-4 2 0,-6 4 0,-11 3 0,-3 1 0,-6 0 0</inkml:trace>
  <inkml:trace contextRef="#ctx0" brushRef="#br2" timeOffset="2.19041E6">19695 17191 24575,'24'0'0,"21"6"0,5 12 0,5 8 0,-16-3 0,-1 4 0,0 0 0,0-1 0,-1 1 0,-3 3 0,9 20 0,-10 3 0,-20-9 0,-6 0 0,0 0 0,-2 1 0,-3 4 0,-2 0 0,0-11 0,0-2 0,-1 3 0,0-3 0,-3 9 0,-3-2 0,-2-27 0,0-1 0,-1-2 0,-1-1 0,-2 5 0,-11 18 0,6-11 0,-5 11 0,11-16 0,0-3 0,2-2 0,2-9-1696,4-9 0,3 0 0,0-3 0</inkml:trace>
  <inkml:trace contextRef="#ctx0" brushRef="#br2" timeOffset="2.46631E6">16281 16817 24575,'9'-3'0,"7"0"0,11 5 0,3 4 0,-2 4 0,-8 5 0,-3 1 0,-4 2 0,-2 2 0,-1 3 0,-4 2 0,-1 2 0,-2 11 0,-1-11 0,0 8 0,-2-9 0,-3-6 0,-9 8 0,-6-6 0,-5-2 0,-7-1 0,9-9 0,-13 1 0,14-7 0,-6 1 0,10-3 0,1 0 0,0-1 0,-4 2 0,1-2 0,2 3 0,3-3 0,10 1 0,23-3 0,1-4 0,21-4 0,20-8 0,-11 3 0,-16 5 0,1-1 0,12 1 0,-2-1 0,-5 4 0,10-1 0,-11 2 0,10-2 0,-5 4 0,-15 1 0,1 1 0,-19 2 0,-5 7 0,-3-4 0,-4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10T07:40:47.525"/>
    </inkml:context>
    <inkml:brush xml:id="br0">
      <inkml:brushProperty name="width" value="0.05292" units="cm"/>
      <inkml:brushProperty name="height" value="0.05292" units="cm"/>
      <inkml:brushProperty name="color" value="#A020F0"/>
    </inkml:brush>
  </inkml:definitions>
  <inkml:trace contextRef="#ctx0" brushRef="#br0">13123 1119 24575,'-26'0'0,"-21"0"0,12 0 0,-2 0 0,-6 0 0,-1 0 0,-3 0 0,0 0 0,2 2 0,2 1 0,5 0 0,2 4 0,2 6 0,3 5 0,-3 13 0,12 17 0,16-10 0,3 3 0,1-7 0,-1 2 0,0 25 0,1-1 0,3 6 0,9-6 0,27-44 0,-4-14 0,16-5 0,1-5 0,-14 0 0,9-5 0,-19 3 0,-3 1 0,-1-2 0,-2 0 0,-1-2 0,-3 2 0,-1 1 0,-4 3 0,-5 4 0,-10 2 0,-16 8 0,-21 16 0,15-5 0,-2 2 0,-3 4 0,0 2 0,2 0 0,0 1 0,5-3 0,1 0 0,-15 23 0,2 6 0,16-21 0,0 3 0,-2 2 0,0 3 0,-1-1 0,-1 3 0,2-2 0,2 2 0,1-2 0,-7 8 0,10-7 0,27-17 0,13-25 0,26-19 0,7-8 0,3 0 0,0 3 0,-4 0 0,-3-1 0,-12 4 0,0-2 0,-9 6 0,1-2 0,17-8 0,-1 1 0,-4 1 0,1 4 0,-34 18-1696,-6 8 0,-4-2 0,-2 2 0</inkml:trace>
  <inkml:trace contextRef="#ctx0" brushRef="#br0" timeOffset="1599">14052 1138 24575,'-24'0'0,"0"0"0,-2 0 0,1 0 0,2 2 0,4 5 0,-1 14 0,-11 19 0,-3 6 0,-4 6 0,6-10 0,-2 0 0,6-4 0,-1 2 0,3-2 0,-2 5 0,4-4 0,-2 11 0,11-7 0,24-31 0,16-6 0,15-4 0,14-2 0,7-7 0,-14-8 0,0-4 0,-13 4 0,1-1 0,16-14 0,-4 0 0,-7 1 0,-2 1 0,-40 28 0,-19 18 0,-20 16 0,15-11 0,-1 0 0,1 0 0,0 1 0,-3 5 0,2 0 0,-12 13 0,6 7 0,0 3 0,11-13 0,1 0 0,0 1 0,-1 2 0,1-1 0,-2 10 0,2-2 0,1-1 0,2-1 0,5-6 0,1-2 0,-2 25 0,12-31 0,15-14 0,16-26 0,7-8 0,1 5 0,2-3 0,1-2 0,5-2 0,-2-1 0,15-6 0,0-2 0,0-1 0,1-1 0,-19 6 0,1 0 0,-4 2 0,-3-1 0,-3 1 0,24-15 0,-51 31 0,-5 4 0,-1 3 0</inkml:trace>
  <inkml:trace contextRef="#ctx0" brushRef="#br0" timeOffset="4050">12283 975 24575,'-38'37'0,"1"1"0,3-7 0,-4 2 0,-2 2 0,0 0 0,-3 1 0,-3 3 0,-2 3-1033,3-3 1,-3 3 0,-3 2 0,1 0-1,0 0 1,3-4 1032,2-1 0,1-2 0,1-2 0,0 2 0,-2 1 0,1 1 0,-3 3 0,-1 1 0,2-1 0,3-4 0,6-6 911,-13 11 0,7-6-911,2-2 0,9-7 997,18-16-997,14-11 0,17-6 0,20 0 3375,26 21-3375,-27 5 0,6 9 0,2 3 0,-2-1 0,2 0 0,0 1 0,3 3 0,-2 1 0,6 5 0,1 2 0,-2-2 0,-6-6 0,-2-2 0,-4-5 0,0 1 0,4 3 0,0-1 0,-5-4 0,14 7 0,-30-21 0,-3-2 0</inkml:trace>
  <inkml:trace contextRef="#ctx0" brushRef="#br0" timeOffset="17301">14325 1094 24575,'32'18'0,"-2"0"0,5 3 0,2 1 0,3 2 0,3 2-924,11 5 0,3 2 1,1-1 923,-13-6 0,2-1 0,0 1 0,-1-1 0,13 8 0,0-1 0,-2 0 195,-8-5 0,-1-1 0,-3-1-195,7 6 0,-4-3 261,-11-6 1,-5-2-262,9 8 0,-16-9 0,-7-2 1419,-2-2-1419,0-1 244,1-1-244,3 5 0,-6-6 0,0 3 0,-9-8 0,-4 1 0,-1 0 0,0 2 0,-3 1 0,-7 3 0,-10 6 0,-11 5 0,-7 3 0,-3 2 0,-1 2 0,16-13 0,-1 3 0,-7 5 0,-3 3 0,-6 5 0,-3 2 0,-5 3 0,0 1 0,1-2 0,2-1 0,6-5 0,2-1 0,8-7 0,3-1 0,-10 9 0,15-13 0,9-7 0,5-2 0,1 0 0,-1 0 0,0 2 0,-5 3 0,-2 3 0,-6 8 0,7-9 0,-2 2 0,11-25 0,1 5 0,4-10 0</inkml:trace>
  <inkml:trace contextRef="#ctx0" brushRef="#br0" timeOffset="19716">16117 1908 24575,'9'-3'0,"20"0"0,27 3 0,-19 0 0,2 0 0,4 0 0,0 0 0,-5 0 0,-2 0 0,24 0 0,-15 0 0,-11 0 0,-5 0 0,-4 0 0,-5 0 0,-6 1 0,-8 3-1696,-3 2 0,-2-1 0,-1-1 0</inkml:trace>
  <inkml:trace contextRef="#ctx0" brushRef="#br0" timeOffset="20966">16134 2309 24575,'3'1'0,"12"-10"0,19-12 0,3 2 0,4-1 0,-5 4 0,3 1 0,2 0 0,3 1 0,-2 2 0,-4 4 0,-2 3 0,9-4 0,-4 2 0,-1 3 0,-4 2 0,-14 1 0,0 1 0,-15 0 0,-2 0 0</inkml:trace>
  <inkml:trace contextRef="#ctx0" brushRef="#br0" timeOffset="22600">18846 792 24575,'-24'25'0,"3"-2"0,-6 4 0,-7 7 0,-4 4 0,0 0 0,-8 6 0,0 1 0,8-7 0,0 1 0,4-5 0,7-7 0,4-3 0,-16 20 0,1 2 0,13-17 0,0 1 0,-8 9 0,-2 5 0,-3 3 0,-3 7 0,1-4 0,12-13 0,1-2 0,-1 2 0,-8 11 0,-1 1 0,4-4 0,7-6 0,3-5 0,-5 9 0,10-9 0,28-28 0,19 13 0,-3 3 0,3 6 0,9 17 0,2 6 0,-7-7 0,2 4 0,0 0-309,2 1 0,0 1 0,0-1 309,-1-3 0,0 0 0,1-2-37,1 1 0,2-1 0,-5-5 37,-2-4 0,-3-3 0,3 3 0,-5-6 0,-12-15 0,-7-5 0,0-3 921,-2-3-921,8 3 117,-5 0-117,3 1 0,-9-3 0,-1 0 0</inkml:trace>
  <inkml:trace contextRef="#ctx0" brushRef="#br0" timeOffset="27367">19146 1808 24575,'12'-9'0,"6"-1"0,6 1 0,6 1 0,2 0 0,3 1 0,3-1 0,-2 2 0,-2-1 0,-4 2 0,-7 0 0,-4 2 0,5 1 0,-9 2 0,6 0 0,-6 0 0,-1 0 0,0 0 0,-2 3 0,-5 4 0,-3 4 0,-2 3 0,0 3 0,0 3 0,0 4 0,-2 3 0,0 3 0,0 4 0,-1 1 0,-3 3 0,-2 1 0,-1 2 0,-1 2 0,0-1 0,0 1 0,0 3 0,0 2 0,1 3 0,0-4 0,2-7 0,2-7 0,0-9 0,1-6 0,1-6 0,1-5 0,0-33 0,0-13 0,0 6 0,0-3 0,-1 3 0,2-4 0,7-15 0,5-7 0,1 2 0,-4 11 0,1 3 0,2-3 0,5-11 0,2-2 0,-1 7 0,-3 7 0,1 9 0,11 12 0,-15 21 0,5 2 0,-4 1 0,1 0 0,1 0 0,1 0 0,-1 0 0,2 0 0,0 0 0,3 0 0,1 0 0,11 0 0,-3 0 0,15 0 0,-3 0 0,22 0 0,-20 0 0,6 0 0,-26 0 0,1 0 0,-9 0 0,1 0 0,-12 0 0,-6 0-1696,-5 0 0,0 0 0,0 0 0</inkml:trace>
  <inkml:trace contextRef="#ctx0" brushRef="#br0" timeOffset="29301">18925 1900 24575,'0'-3'0,"7"1"0,6 2 0,7-3 0,4-3 0,0-1 0,12-5 0,-11 6 0,8-4 0,-13 6 0,-3 0 0,-2 0 0,-2 3 0,-1-1 0,0 2 0,4-4 0,-5 2 0,3-4 0,-5 3 0,-1 1 0,1-2 0,-3 3 0,0-2 0,-6 1 0,1 0 0,-3 1 0</inkml:trace>
  <inkml:trace contextRef="#ctx0" brushRef="#br0" timeOffset="32717">20539 2097 24575,'50'0'0,"-1"0"0,0 0 0,4 0 0,1 0 0,0 0 0,2 0 0,0 0 0,1 0 0,10 0 0,2 0 0,-6 0 0,-1 0 0,-4 0 0,3 0 0,-12 0 0,-27 0 0,-14 0 0</inkml:trace>
  <inkml:trace contextRef="#ctx0" brushRef="#br0" timeOffset="33783">20956 1797 24575,'-3'19'0,"1"23"0,1 11 0,1-4 0,0 4 0,0-1 0,0 4 0,0-3 0,0 8 0,0-4 0,0-7 0,0-4 0,0-10 0,0-3 0,0 17 0,0-22 0,0-8 0,0-12 0,0-2 0,0-4 0</inkml:trace>
  <inkml:trace contextRef="#ctx0" brushRef="#br0" timeOffset="37233">22300 2151 24575,'23'0'0,"3"-4"0,14-13 0,-12 1 0,2-4 0,4-5 0,0-2 0,2-2 0,-1-1 0,-5 4 0,-3 1 0,7-11 0,-15 11 0,-12 7 0,-12 1 0,-13-2 0,-12-3 0,-10-1 0,0 3 0,-21 5 0,7 6 0,16 7 0,-1 1 0,-23 3 0,4 6 0,13 5 0,15 3 0,9 3 0,8 0 0,4 2 0,4 2 0,3 1 0,1 0 0,1 12 0,0-9 0,0 13 0,0-4 0,0 6 0,0 3 0,0-7 0,0 0 0,0 15 0,0-2 0,0 12 0,0-21 0,1-17 0,3-13 0,4-9 0,4-2 0,5-1 0,5 2 0,18 1 0,7 1 0,15-1 0,-11-2 0,11-9 0,-26 2 0,7-7 0,-19 4 0,3-1 0,-7 3 0,10-5 0,-13 6 0,1-2 0,-9 4 0,0 1 0,-4 0 0,-5 2 0,-8 1 0,2 0 0,-2 0 0</inkml:trace>
  <inkml:trace contextRef="#ctx0" brushRef="#br0" timeOffset="39033">18961 1660 24575,'-13'9'0,"-15"19"0,7-3 0,0 3 0,-2 5 0,0 2 0,-1 0 0,4 1 0,-7 21 0,14-15 0,3-3 0,5 1 0,1 3 0,0 14 0,4-24 0,0 2 0,2 4 0,1 0 0,2 2 0,1 0 0,3-5 0,2-1 0,14 21 0,12-10 0,-11-21 0,6-5 0,-12-12 0,0-2 0,4-2 0,2 0 0,1-1 0,-2-2 0,-6 1 0,-4 0 0,-8-2 0,-2 2 0</inkml:trace>
  <inkml:trace contextRef="#ctx0" brushRef="#br0" timeOffset="40333">23138 1727 24575,'3'7'0,"0"13"0,-3 16 0,0 13 0,0 5 0,0-7 0,0-3 0,0-10 0,0 2 0,0 24 0,-3-12 0,-1 9 0,0-7 0,1-10 0,-2-2 0,0 8 0,-3 4 0,1-8 0,-7 5 0,1-6 0,6-26 0,5-10 0</inkml:trace>
  <inkml:trace contextRef="#ctx0" brushRef="#br0" timeOffset="41650">24166 1576 24575,'-23'54'0,"-4"1"0,2-5 0,-1 3 0,4-11 0,2 0 0,2-2 0,1-1 0,4-4 0,1-1 0,-4 30 0,5 0 0,4-3 0,4 4 0,3 2 0,-1-19 0,2 0 0,-1-12 0,1 0 0,1 8 0,2-3 0,5 3 0,5-11 0,4-10 0,13-10 0,-6-6 0,16-4 0,-21-3 0,3 0 0,-15-2 0,-3 2 0,-3-1 0</inkml:trace>
  <inkml:trace contextRef="#ctx0" brushRef="#br0" timeOffset="43950">24323 2094 24575,'34'-4'0,"1"-1"0,2-2 0,2-2 0,9-3 0,0 0 0,-1-2 0,-3 0 0,-7 4 0,-2 1 0,20-3 0,-13 7 0,-18 8 0,-2 2 0,-9 5 0,11 15 0,-7-3 0,7 9 0,-11 10 0,-7-7 0,-5 1 0,-4 4 0,-5-2 0,-2 0 0,3 1 0,-2 0 0,-7 7 0,0-3 0,2 0 0,-11 18 0,13-33 0,-3 5 0,5-15 0,-1 1 0,2-7 0,-2 0 0,5-12 0,-1-22 0,3-27 0,2 13 0,1-4 0,-1-5 0,3-3 0,2-14 0,6-1 0,5 11 0,7-1 0,7-2 0,6-5 0,0 7 0,5 3 0,2 3 0,-6 7 0,2-1 0,-5 5 0,-8 9 0,-3 5 0,11-10 0,-11 17 0,-4 8 0,4 5 0,-2 2 0,22 1 0,-7 0 0,27 7 0,-25-1 0,2 8 0,-25-3 0,-6 2 0,-5-1 0,-2 0 0,0 1 0,0 2 0,0-2 0,0 1 0,0-5 0,-1-2 0,-3-3 0,2-2 0,-2-2 0</inkml:trace>
  <inkml:trace contextRef="#ctx0" brushRef="#br0" timeOffset="44818">25486 2580 24575,'44'0'0,"0"0"0,4 0 0,2 0 0,-5 0 0,2 0 0,-3 0 0,2 0 0,-3 0 0,1 0 0,-5 0 0,-13 0 0,-6 0 0,-2 0 0,-3 0 0,3 0 0,8 0 0,8 0 0,5-2 0,-5 0-1696,-14-4 0,-10 3 0,-8-2 0</inkml:trace>
  <inkml:trace contextRef="#ctx0" brushRef="#br0" timeOffset="45783">25890 2121 24575,'-4'25'0,"2"20"0,2 6 0,0 4 0,0-10 0,0 1 0,0 20 0,0-3 0,0-7 0,0 0 0,0-34 0,0 6 0,0 12 0,0 13 0,0-18 0,0-1 0,0 11 0,-3-6 0,3-31 0,-3-7 0</inkml:trace>
  <inkml:trace contextRef="#ctx0" brushRef="#br0" timeOffset="47451">26896 2179 24575,'-5'0'0,"15"0"0,32 0 0,-3 0 0,18 0 0,-22-14 0,-12-3 0,0-14 0,-13-1 0,-4-1 0,-3-20 0,-5 15 0,-2-7 0,-12 26 0,-2 11 0,-13 4 0,-5 1 0,-6-2 0,-3 2 0,4 1 0,3 5 0,-6 15 0,14-1 0,-14 24 0,21-10 0,-4 6 0,11-7 0,0 3 0,1 2 0,2 6 0,8-8 0,1 3 0,-1 21 0,3-18 0,3 1 0,6 2 0,3-1 0,10 16 0,-5-23 0,3-4 0,11-4 0,-1-12 0,-3-8 0,13-6 0,-11-5 0,11-6 0,-19-1 0,4-4 0,-7 5 0,0 3 0,-8 4 0,-2 3 0</inkml:trace>
  <inkml:trace contextRef="#ctx0" brushRef="#br0" timeOffset="48584">27256 1642 24575,'0'12'0,"0"9"0,0 16 0,0 15 0,0 10 0,0-28 0,0 1 0,0 2 0,0 0 0,0-1 0,0 2 0,0 16 0,0 0 0,-1-14 0,0 1 0,-1 11 0,-1 2 0,-4-3 0,-2-3 0,3-12 0,-1-2 0,-3 7 0,1-4 0,-2-4 0,5-12 0,3-11 0,2-13 0,1 1 0,0-6 0</inkml:trace>
  <inkml:trace contextRef="#ctx0" brushRef="#br0" timeOffset="50733">27234 798 24575,'4'18'0,"9"20"0,0-5 0,3 4 0,6 12 0,3 3 0,3 7 0,1 0 0,-1-1 0,0-1 0,-3-6 0,-1-1 0,0 3 0,-2-1 0,-5-9 0,-2 1 0,7 12 0,-1 0 0,-5-8 0,0-3 0,-2-6 0,0-4 0,8 19 0,-11-32 0,-4-9 0,2-1 0,-3-7 0,6 2 0,-3-2 0,3 4 0,0 1 0,0 3 0,0-1 0,1 3 0,-6-5 0,0-1 0,-4-5 0,-1 0 0,-1 0 0,0 1 0,-1 1 0,0 1 0,0 1 0,-4 4 0,-18 15 0,-2 2 0,2-5 0,-3 3 0,-3 3 0,-1 3 0,-10 12 0,-2 2 0,10-10 0,-1 0 0,-1 0-160,-2 3 1,0 0 0,0-1 159,3-2 0,0 0 0,1-2 0,-8 9 0,3-3 0,6-7 0,2-2 0,-11 13 0,10-8 0,1 1 0,4-6 0,0 1 0,-12 16 0,-1 3 0,7-9 0,2-2 239,1-1 0,1-2-239,4-5 0,2-3 0,-8 13 0,8-13 0,9-16 0,2-4 0,6-20 0,2 6 0,1-6 0</inkml:trace>
  <inkml:trace contextRef="#ctx0" brushRef="#br0" timeOffset="52449">14522 4437 24575,'13'0'0,"7"0"0,29 0 0,10 0 0,-16 0 0,2 0 0,14 0 0,7 0 0,-7 0 0,-10 0 0,-4 0 0,7 0 0,-6 0 0,-6 0 0,-17 0 0,-9 1 0,-8 1 0,-4 2 0,-2-2 0,0 1 0</inkml:trace>
  <inkml:trace contextRef="#ctx0" brushRef="#br0" timeOffset="53567">14438 4912 24575,'17'0'0,"22"0"0,-5 0 0,5 0 0,13 0 0,4 0 0,-12 0 0,1 0 0,1 0 0,1 0 0,0 0 0,0 0 0,17 0 0,-2 0 0,-2 0 0,-4 0 0,-20 0 0,-4 0 0,18 2 0,-34 2 0,-12-1 0,-2 1 0</inkml:trace>
  <inkml:trace contextRef="#ctx0" brushRef="#br0" timeOffset="58019">16961 4554 24575,'17'0'0,"14"0"0,13 0 0,7 1 0,-6 3 0,-9 4 0,-9 8 0,-8 5 0,-4 6 0,-4 3 0,-2 2 0,-3 2 0,-3 1 0,-1 18 0,-2-15 0,0 11 0,0-7 0,0-9 0,0 10 0,0-14 0,-1 12 0,-4-16 0,-1 8 0,-4-12 0,2-9 0,0-78 0,8 9 0,3-2 0,5 0 0,1 22 0,3 5 0,17-18 0,2 16 0,-3 11 0,0 5 0,-1 0 0,1-1 0,-2-2 0,3-1 0,-10 10 0,0 4 0,-11 12 0,-4 3 0,-3 2 0,-1-3 0,0-2 0</inkml:trace>
  <inkml:trace contextRef="#ctx0" brushRef="#br0" timeOffset="59750">17871 4729 24575,'9'-11'0,"10"0"0,15-5 0,7 6 0,2 3 0,10-1 0,-10 2 0,-4 3 0,-15 5 0,-8 3 0,-12 7 0,-4 5 0,0 6 0,3 2 0,0 3 0,1 6 0,-1 4 0,-3 10 0,0 10 0,1-14 0,-2 2 0,0-11 0,-1 0 0,0 7 0,-2-3 0,-3 4 0,-3-8 0,5-13 0,-1-5 0,4-22 0,1-26 0,4-14 0,2-7 0,0 11 0,1-1 0,4-15 0,3 1 0,3 19 0,3 3 0,2 0 0,3 0 0,8-7 0,2-1 0,2-1 0,1 0 0,-1 2 0,0 2 0,-3 4 0,-2 4 0,10-7 0,-9 15 0,-16 15 0,-2 10 0,-7 3 0,1 8 0,-2 1 0,0 0 0,-3-2 0,0-3 0,1 1 0,2 1 0,2 4 0,-1-7 0,1 3 0,-3-5 0,-3 0 0,-1-1 0,-2-3 0</inkml:trace>
  <inkml:trace contextRef="#ctx0" brushRef="#br0" timeOffset="60767">19194 4762 24575,'37'2'0,"0"-1"0,-3 1 0,2-1 0,26-1 0,3 0 0,-14 0 0,-2 0 0,-4 0 0,-2 0 0,-7 0 0,-2 0 0,23 0 0,-17-1 0,19-4 0,-24-1 0,4-2 0,7 0 0,6-2 0,-3 0 0,4-1 0,0 1 0,11-4 0,-8 2 0,-24 5 0,-27 3 0,-19-1 0,3 4 0,-4-2 0</inkml:trace>
  <inkml:trace contextRef="#ctx0" brushRef="#br0" timeOffset="61650">19663 4431 24575,'0'37'0,"0"1"0,0-4 0,0 2 0,0 27 0,0 2 0,0-17 0,0-1 0,0 1 0,0-1 0,0-10 0,0-2 0,0 2 0,0-3 0,0 8 0,0-6 0,0-24 0,0-7 0,0-1 0,0-4 0</inkml:trace>
  <inkml:trace contextRef="#ctx0" brushRef="#br0" timeOffset="64184">20583 4638 24575,'8'1'0,"5"-4"0,9-1 0,5 0 0,1 1 0,-4 3 0,20 0 0,-2 0 0,11 0 0,7 0 0,-17 0 0,1 1 0,16 2 0,0 1 0,-18 2 0,-4 3 0,20 11 0,-20 4 0,-20 0 0,-12 0 0,-15 16 0,-2-5 0,-15 25 0,9-23 0,-2 6 0,1-10 0,5-10 0,-5 4 0,5-7 0,1 0 0,-3 4 0,3-5 0,-1 3 0,4-7 0,1 0 0,4-6 0,2-14 0,6-28 0,6-11 0,2-5 0,-1 8 0,2 0 0,3-11 0,3 1 0,0 14 0,3 4 0,17-17 0,-16 23 0,1 0 0,3 1 0,-2 3 0,8-7 0,3 1 0,-20 22 0,-2 4 0,4-1 0,-3 0 0,5-2 0,-4-1 0,2 0 0,9 2 0,-6 1 0,4 2 0,-11 2 0,1 0 0,4 0 0,15 0 0,-9 0 0,7 0 0,-7 3 0,-6-2 0,3 4 0,-8-4 0,-4 3 0,-1-1 0,-3 1 0,-1 3 0,-4-2 0,-7 1 0,2-5 0,-4 0 0</inkml:trace>
  <inkml:trace contextRef="#ctx0" brushRef="#br0" timeOffset="66750">21962 4848 24575,'57'0'0,"4"7"0,-5-2 0,3 2 0,-5 3 0,-1-1 0,-2 1 0,-3-2 0,-6-2 0,-3-1 0,17 0 0,-19-7 0,-4-20 0,-9 0 0,8-32 0,-14 19 0,1-6 0,-13 18 0,-6 5 0,-9 6 0,-10-2 0,-12 1 0,-9-3 0,-16-5 0,13 10 0,-8 1 0,16 13 0,-4 2 0,-3 0 0,10 0 0,-2-1 0,-16 0 0,9 0 0,1-1 0,0 1 0,-7 2 0,26 0 0,4 1 0,3 2 0,0 6 0,4-4 0,0 5 0,5-7 0,0 1 0,1 0 0,3 2 0,0 2 0,1 7 0,0 1 0,0 3 0,0 11 0,0 5 0,0 0 0,0 4 0,2-11 0,10 12 0,-1-16 0,7 6 0,0-13 0,-6-8 0,5 2 0,-6-9 0,1 0 0,18 5 0,0-1 0,18 6 0,16-4 0,-13-6 0,13-2 0,-24-8 0,-5-6 0,8-14 0,-13 2 0,5-8 0,-17 13 0,7 1 0,-14 7 0,5 0 0,-13 3 0,-1 2 0,-1-1 0</inkml:trace>
  <inkml:trace contextRef="#ctx0" brushRef="#br0" timeOffset="68417">23139 4937 24575,'39'0'0,"10"0"0,-10 0 0,4 0 0,6 0 0,4 0 0,-8 0 0,1 0 0,-2 0 0,8 0 0,-3 0 0,2 0 0,-7 0 0,-6 0 0,-14 0 0,-10-1 0,-4-1 0,-5 1 0,-3 0 0</inkml:trace>
  <inkml:trace contextRef="#ctx0" brushRef="#br0" timeOffset="69434">23415 4673 24575,'0'49'0,"0"17"0,0-25 0,0 2 0,0 4 0,0-1 0,0-4 0,0-1 0,0-3 0,0-3 0,0 8 0,0-13 0,0-20 0,0-2 0,0-2 0,0-3 0,0 0 0</inkml:trace>
  <inkml:trace contextRef="#ctx0" brushRef="#br0" timeOffset="81884">24322 4851 24575,'54'-3'0,"2"-2"0,-5-5 0,-1-4 0,-9-2 0,-2-2 0,-17 4 0,-2-6 0,-16 3 0,-2-4 0,-2 1 0,-15-6 0,-37-9 0,-3 4 0,15 14 0,-1 1 0,-16 0 0,5 6 0,1 6 0,2 3 0,13 5 0,-1 2 0,-15 3 0,18 0 0,1 0 0,-5 6 0,1 1 0,5 0 0,4 0 0,7-1 0,8-4 0,4 6 0,6-1 0,4 11 0,6 6 0,5 14 0,2 16 0,-8-27 0,0 1 0,0 2 0,-1 0 0,-1 1 0,2 0 0,4 6 0,1-2 0,8 16 0,7-1 0,-7-36 0,2-8 0,0-6 0,3-3 0,2-4 0,2-1 0,4-1 0,2 0 0,19-10 0,-15 1 0,21-11 0,-28 6 0,21-10 0,-18 8 0,13-10 0,-11 8 0,5-5 0,-14 11 0,-3 0 0,-24 12-1696,-10 2 0,1-1 0,-1 1 0</inkml:trace>
  <inkml:trace contextRef="#ctx0" brushRef="#br0" timeOffset="83635">24878 4768 24575,'14'0'0,"10"0"0,16 0 0,10 0 0,2 0 0,-17-1 0,1 2 0,17 16 0,-3 1 0,-27 19 0,-19 1 0,-3 6 0,-1 4 0,0 4 0,-2 6 0,-2 3 0,-2-16 0,-2-1 0,-4 20 0,0-17 0,-1-2 0,0-4 0,-3 4 0,7-23 0,3-5 0,0-5 0,3-9 0,0-14 0,2-24 0,1-25 0,6 4 0,3-3 0,-1 13 0,3-1 0,5-3 0,5-4 0,0 6 0,2 5 0,2 4 0,8-12 0,0 2 0,-10 18 0,-1 2 0,17-18 0,-7 10 0,1 1 0,-11 15 0,4 1 0,-10 15 0,8 0 0,-6 4 0,11-2 0,-13 3 0,4 0 0,-8 2 0,1 2 0,-1 2 0,1 0 0,1 4 0,-5-2 0,-2 2 0,-8-4 0,1-3 0,-2-1 0</inkml:trace>
  <inkml:trace contextRef="#ctx0" brushRef="#br0" timeOffset="85367">26444 4934 24575,'-4'0'0,"11"0"0,10 0 0,25 0 0,-10 0 0,3 0 0,14-2 0,3-1 0,7 0 0,1-2 0,2-1 0,1-3 0,-17 1 0,0-1 0,-5 0 0,-2 1 0,-3-1 0,1-1 0,-7 0 0,-20 4-1696,-8 3 0,-3 2 0,-1 0 0</inkml:trace>
  <inkml:trace contextRef="#ctx0" brushRef="#br0" timeOffset="86416">26711 4615 24575,'0'41'0,"0"-1"0,0 5 0,0 1 0,0 0 0,0 0 0,0 3 0,0-1 0,0-3 0,0-1 0,0-8 0,0-1 0,0 22 0,0-9 0,0-21 0,0-1 0,0-14 0,0-1 0,0-1 0,0-1 0,0 0 0,0-1 0,0-5 0,0 0 0,0-3 0</inkml:trace>
  <inkml:trace contextRef="#ctx0" brushRef="#br0" timeOffset="89868">27800 5109 24575,'12'-4'0,"6"-5"0,6-5 0,1-5 0,-2-3 0,-4-4 0,-4-2 0,-5 2 0,-5 3 0,-3 7 0,-2 3 0,0 2 0,0 1 0,-1 2 0,-1 3 0,-2 2 0,-3 3 0,-2-1 0,-4-3 0,-5-4 0,-6-4 0,-13-6 0,-18-6 0,22 9 0,-3 2 0,-16-2 0,0 2 0,18 4 0,0 3 0,-5 0 0,5 6 0,8 12 0,10 7 0,5 6 0,5 0 0,4-3 0,1 0 0,1 2 0,0 26 0,0-6 0,0-2 0,2 1 0,4 10 0,-1-19 0,4-2 0,21 10 0,-4-17 0,8-7 0,-11-16 0,-2-2 0,0-2 0,15-7 0,-6 1 0,14-2 0,-9 7 0,-1 1 0,-1 2 0,1 0 0,4 0 0,7 0 0,5-1 0,-1-3 0,-5 0 0,-7 0 0,-11 0 0,-7 2 0,-5 0 0,-8 2 0,-2 0 0,-5 0 0</inkml:trace>
  <inkml:trace contextRef="#ctx0" brushRef="#br0" timeOffset="91634">28353 4996 24575,'49'0'0,"13"0"0,-26 0 0,1 0 0,2 0 0,1 0 0,8-3 0,-2-1 0,12-8 0,2-8 0,-40-1 0,-9-13 0,-5 8 0,-4-7 0,-3 13 0,-6 5 0,-10 7 0,-13 5 0,-13 3 0,-9 3 0,-5 5 0,17 1 0,0 1 0,-17 7 0,23-6 0,3 0 0,-1 3 0,6 0 0,7-1 0,3 0 0,5-1 0,3 1 0,2-1 0,0 9 0,2-6 0,0 5 0,2-10 0,2 0 0,13 8 0,3 2 0,12 9 0,2-4 0,24 8 0,-16-11 0,12 5 0,-27-14 0,-5-4 0,-4-4 0,1-4 0,8-1 0,-4 0 0,10 0 0,-6 0 0,3 0 0,1 0 0,0 0 0,-4 0 0,-4 0 0,-7 0 0,-10 0 0,-1 0 0,-5 0 0</inkml:trace>
  <inkml:trace contextRef="#ctx0" brushRef="#br0" timeOffset="93634">16342 4068 24575,'-3'24'0,"-6"23"0,2-9 0,-2 3 0,-4 6 0,-2 0 0,-1 0 0,-2-2 0,0-4 0,2-2 0,1-6 0,2-2 0,-9 23 0,5-11 0,4-10 0,1-8 0,2-6 0,2-2 0,2-3 0,1 0 0,1-1 0,-1 2 0,1 0 0,0 4 0,1 1 0,-2 2 0,1 1 0,0-4 0,0 1 0,1-10 0,1 0 0,6-8 0,13 1 0,17 12 0,18 19 0,-17-6 0,2 5 0,-1 0 0,3 4 0,-2-2 0,5 4 0,0-1 0,10 7 0,-4-5 0,0-6 0,-1-7 0,-17-11 0,2 1 0,-16-7 0,-2-2 0,-4 0 0,-1-1 0,-4-4 0,-2-6 0,-2 1 0,-1-4 0</inkml:trace>
  <inkml:trace contextRef="#ctx0" brushRef="#br0" timeOffset="96283">29149 4371 24575,'-6'-4'0,"29"23"0,19 13 0,-1-1 0,10 6 0,-6-5 0,7 4 0,1 0 0,-3-2 0,1 0 0,-3-2 0,4 2-224,-1 0 0,5 1 0,-1 0 0,-6-5 224,4 1 0,-6-5 110,-9-5 0,-4-3-110,9 5 0,-18-10 0,-12-6 0,-3-4 0,2-1 676,-1-1-676,2 2 0,-6 2 0,-2 7 0,-5-2 0,-19 18 0,-24 12 0,-5-2 0,17-15 0,-2 0 0,2-4 0,-2 3 0,-4 5 0,-7 5 0,-1 3 0,3-2 0,-4 1 0,2 0 0,-3 3-241,-3 2 0,-4 4 1,1-1-1,5-4 241,7-6 0,5-3 0,1-1 0,-10 8 0,4-3 0,-3 3 0,16-11 0,20-18 0,2-3 0,0-5 240,3-11 1,1 6 0,2-6 0</inkml:trace>
  <inkml:trace contextRef="#ctx0" brushRef="#br0" timeOffset="101034">14159 11683 24575,'4'6'0,"17"-2"0,25-1 0,-10-3 0,3 0 0,9 0 0,2 0 0,0 0 0,0 0 0,-3 0 0,-3 0 0,-6 0 0,-4 0 0,13 0 0,-18 0 0,-17 0 0,-6 0 0</inkml:trace>
  <inkml:trace contextRef="#ctx0" brushRef="#br0" timeOffset="102066">14063 12281 24575,'29'0'0,"23"0"0,-10 0 0,4 0 0,8 0 0,2 0 0,3 0 0,-1 0 0,-4 1 0,-2-2 0,-10 1 0,-3-1 0,18-1 0,-23 0 0,-16 1 0,-9 1 0,-5 0 0</inkml:trace>
  <inkml:trace contextRef="#ctx0" brushRef="#br0" timeOffset="105400">16010 11767 24575,'16'36'0,"-3"-2"0,-2-3 0,0 2 0,1 22 0,-5 6 0,-5-28 0,-1 2 0,-1 3 0,0 2 0,0 2 0,0 2 0,0-2 0,0 0 0,-1-2 0,0-1 0,-1 26 0,-2-16 0,1-16 0,0-14 0,-1-12 0,4-13 0,4-24 0,8-25 0,-4 18 0,1-2 0,2-2 0,-1 0 0,1 5 0,1 2 0,8-18 0,3 15 0,3 6 0,13-10 0,-10 12 0,3-2 0,-17 20 0,-4 6 0,-3 4 0,-2 3 0,-4 1 0,0 8 0,-1-1 0,2 4 0,3 2 0,-2-5 0,3 3 0,-6-4 0,0-5 0,0-1 0</inkml:trace>
  <inkml:trace contextRef="#ctx0" brushRef="#br0" timeOffset="106800">16694 12013 24575,'28'0'0,"24"0"0,-16 0 0,3 0 0,3 0 0,-1 0 0,22 0 0,-26 2 0,-21 3 0,-14 10 0,-14 31 0,1-2 0,-1 6 0,-1 3 0,5-17 0,1 0 0,-2 14 0,0 0 0,3-13 0,0-3 0,-4 29 0,0-10 0,-2 7 0,3-22 0,-2 4 0,6-32 0,2-19 0,3-31 0,7-2 0,5-9 0,4-3 0,6 3 0,4-1 0,3-2 0,-1 0 0,-2-1 0,-1 0 0,1 0 0,2 2-136,5 0 0,3 1 0,0 3 0,-3 6 136,7-4 0,-4 9 0,12-8 0,-19 26 0,-11 15 0,0 5 0,-4 0 0,3 0 544,-8 2-544,-3 5 0,-1 1 0,-1 3 0,0-2 0,-2-1 0,-3 0 0,-4 0 0,3-4 0,-3-1 0</inkml:trace>
  <inkml:trace contextRef="#ctx0" brushRef="#br0" timeOffset="108450">15590 11372 24575,'-7'40'0,"-13"21"0,7-23 0,-1 1 0,-2 3 0,0 0 0,1-7 0,2-2 0,-3 13 0,4-14 0,-1-1 0,1-2 0,-11 13 0,-2 3 0,-2 5 0,1-3 0,7-9 0,6-6 0,7-16 0,3-1 0,10-7 0,5 8 0,17 21 0,-11-10 0,0 4 0,7 10 0,1 3 0,0 1 0,1 0 0,-2-2 0,-1-2 0,-1-3 0,-2-3 0,9 12 0,0 1 0,-4-8 0,-8-11 0,2 1 0,3 3 0,1 1 0,3 6 0,2 0 0,-2 0 0,0-2 0,-5-5 0,-2-3 0,9 13 0,-12-25 0,-8-9 0,-5-9 0</inkml:trace>
  <inkml:trace contextRef="#ctx0" brushRef="#br0" timeOffset="109967">17682 11274 24575,'12'19'0,"24"26"0,-7-11 0,4 1 0,7 7 0,1 0 0,0-2 0,-1-2 0,-9-9 0,-1-3 0,9 11 0,-12-11 0,-10-9 0,4 5 0,4-1 0,11 14 0,-8-10 0,4 5 0,-17-8 0,-7-7 0,-5 18 0,-11-8 0,-12 27 0,3-19 0,-3 2 0,-7 14 0,-1 5 0,6-10 0,-1 1 0,0 3 0,-6 11 0,-1 3 0,1-4 0,9-14 0,0-2 0,1 0 0,-1 1 0,0 0 0,3-6 0,-4 8 0,8-17 0,3 2 0,0-4 0,-2 16 0,-7 9 0,7-21 0,0 2 0,11-31 0</inkml:trace>
  <inkml:trace contextRef="#ctx0" brushRef="#br0" timeOffset="110850">18622 12280 24575,'44'0'0,"-6"0"0,7 0 0,-1 0 0,4 0 0,3 0-865,12 0 1,2 0 0,1 0 864,-15 0 0,1 0 0,-1 0 0,-1 0 0,9 0 0,0 0 0,-3 0 275,-6 0 0,-1 0 0,-7 0-275,24 0 427,-12 1-427,-52 0-1585,-7 1 0,-1-1 0,-3-1 0</inkml:trace>
  <inkml:trace contextRef="#ctx0" brushRef="#br0" timeOffset="111666">18877 11872 24575,'0'56'0,"0"-16"0,0 5 0,0 16 0,0 4 0,0-18 0,0 1 0,0-1 0,0 21 0,0-3 0,0-12 0,0-3 0,0-11 0,0-5 0,0 11 0,0-20 0,0-8 0,0-8 0,0-3 0,0-4 0</inkml:trace>
  <inkml:trace contextRef="#ctx0" brushRef="#br0" timeOffset="114083">21489 11673 24575,'0'12'0,"0"0"0,0-2 0,0-2 0,0-1 0,0 0 0,0 0 0,9 0 0,3-4 0,9 0 0,4-3 0,4 0 0,5 0 0,21-6 0,-13-3 0,11-6 0,-24-4 0,0-14 0,-11 7 0,-5-24 0,-35 22 0,-2 1 0,-22 16 0,6 11 0,-2 0 0,-6 0 0,5 0 0,-1 0 0,-19 0 0,18 0 0,3 0 0,-3 0 0,8 3 0,5 5 0,8 7 0,-3 22 0,2 11 0,7-12 0,-2 7 0,-4 9 0,-2 7 0,2-2 0,5-10 0,0 0 0,1 2-113,-1 0 0,-1 3 0,1 0 0,4-5 113,0 13 0,4-7 0,3-9 0,3-5 0,8 4 0,8-24 0,13-13 0,8-13 0,5-3 0,-2 4 0,5 1 0,15-3 0,7-1 0,-3 1 0,2 0 0,0-1 0,3 0 0,4-2 0,-8 0 0,-16 0 0,-4-2 226,5-2 0,-7 0-226,-15-1 0,-13 6 0,-11 3 0,-1 4 0,-3 3 0</inkml:trace>
  <inkml:trace contextRef="#ctx0" brushRef="#br0" timeOffset="115467">22287 11861 24575,'62'0'0,"3"0"0,-15 0 0,1 0 0,-16 0 0,0 0 0,11-1 0,-1-1 0,6-8 0,-4-6 0,-6-8 0,-14-2 0,-9 2 0,-10 4 0,-13 7 0,-13 5 0,-12 3 0,-36 2 0,11 2 0,16 2 0,0 2 0,-17 5 0,23 1 0,1 1 0,-14 6 0,-1 5 0,24-8 0,4 0 0,2 0 0,-6 14 0,-3 4 0,-10 18 0,-3 3 0,7-8 0,2 1 0,11-13 0,1 0 0,-6 9 0,5-3 0,9-3 0,8-15 0,5-11 0,9-6 0,10-2 0,13 0 0,8 9 0,5 6 0,-9-1 0,2 3 0,6 5 0,5 3 0,-6-1 0,-7-1 0,-2-1 0,5 4 0,-5-4 0,-11-7 0,-14-8 0,-6-3 0</inkml:trace>
  <inkml:trace contextRef="#ctx0" brushRef="#br0" timeOffset="116800">20480 11580 24575,'-4'-3'0,"2"15"0,2 29 0,-4-5 0,-2 5 0,-3 6 0,-1 2 0,-3 2 0,-2 0 0,-2-4 0,-1-3 0,3-7 0,-1-1 0,0-1 0,-1-2 0,-3 6 0,1-5 0,11-21 0,4-4 0,19 13 0,1 3 0,5 7 0,8 9 0,8 9 0,1 3 0,-1-3 0,0 3 0,-1-3 0,4 4 0,-4-6 0,5 6 0,1 0 0,-2-4 0,-6-8 0,10 9 0,-3-9 0,1 0 0,-5-9 0,-14-17 0,-14-9 0,-4-4 0</inkml:trace>
  <inkml:trace contextRef="#ctx0" brushRef="#br0" timeOffset="118371">23223 11449 24575,'43'50'0,"-9"-12"0,5 4 0,-7-6 0,2 1 0,2 3 0,-1-2 0,3 4 0,-1-2 0,-3-2 0,10 12 0,-4-2 0,6 3 0,-7-6 0,-15-15 0,-5-7 0,-9-11 0,1 0 0,-8-7 0,-1 2 0,-1 0 0,-1 5 0,-4 2 0,-7 4 0,-13 13 0,3-7 0,-5 5 0,-5 8 0,-8 7 0,-2 4 0,3-3 0,-5 4 0,2-1 0,-4 5 0,10-12 0,-4 4 0,-1 3 0,0-1 0,2-2 0,4-5 0,-9 9 0,5-5 0,1 0 0,2-4 0,1 0 0,6-6 0,-6 11 0,27-31 0,2 0 0,2-10-1696,1-14 0,2 4 0,0-6 0</inkml:trace>
  <inkml:trace contextRef="#ctx0" brushRef="#br0" timeOffset="127021">24559 12276 24575,'38'0'0,"2"0"0,7 0 0,-2 0 0,3 0 0,2 0-424,6 0 0,3 0 1,-2 0 423,-3 0 0,0 0 0,-4 0 0,10 0 0,-5 0 207,-18 0 0,-6 0-207,5 0 52,-22 0 1,-8 0 0,-5 0 0</inkml:trace>
  <inkml:trace contextRef="#ctx0" brushRef="#br0" timeOffset="128285">24874 11635 24575,'3'24'0,"0"29"0,-3-9 0,0 7 0,0-8 0,0 4 0,0 0 0,0 2 0,0 1 0,0 0 0,0-2 0,0 0 0,0-2 0,0 16 0,0-4 0,0-13 0,0-2 0,0-7 0,0-2 0,0 23 0,0-9 0,0 6 0,0-18 0,0 7 0,0-25 0,0 2 0,0-15 0,0-1 0,0-5 0</inkml:trace>
  <inkml:trace contextRef="#ctx0" brushRef="#br0" timeOffset="131368">25995 11728 24575,'14'0'0,"15"0"0,20 0 0,12 4 0,0 10 0,-15 10 0,-17 10 0,-13 8 0,-11 1 0,-3 2 0,-4 3 0,-4-2 0,-8 0 0,-6 0 0,-6 0 0,-5 4 0,11-22 0,0 2 0,-1 1 0,-2 1 0,-2 2 0,-1 1 0,-2 3 0,-1 0 0,2-2 0,-1-1 0,2-1 0,-1-2 0,5-4 0,0-1 0,-10 13 0,6-9 0,9-9 0,4-6 0,3-3 0,5-4 0,10-8 0,12-10 0,13-10 0,13-9 0,8-2 0,8 4 0,-26 15 0,1 0 0,1 3 0,-1 0 0,30-2 0,-7 3 0,-8 1 0,-4 1 0,-5-3 0,-8 3 0,-8 1 0,-8 3 0,-8 2 0,-3 2 0,-3 3-1696,-5 3 0,2-3 0,-2-1 0</inkml:trace>
  <inkml:trace contextRef="#ctx0" brushRef="#br0" timeOffset="133717">27772 11446 24575,'0'11'0,"0"8"0,0 4 0,-6 16 0,-21 19 0,2-17 0,-5 4 0,4-9 0,-2 1 0,0 1-195,-5 3 0,0 1 0,0 0 195,1-2 0,0 0 0,1 0 0,1-3 0,1-1 0,1-1 0,-10 12 0,2 0 0,-2 4 0,2-3 0,13-16 0,1-2 0,-2 5 0,4-4 0,6-13 0,5-2 585,10-13-585,24-2 0,6 11 0,12 19 0,5 10 0,-5 0 0,0 3-239,-3-2 0,1 4 1,-1-2 238,-5-7 0,-1-1 0,0-1 0,13 12 0,-2-3 0,-8-10 0,-1-2 0,-3-3 0,-3-4 0,4 1 0,-5-7 0,-16-14 0,-2-1 716,-2-1-716,-3 2 0,-3-3 0,-1 0 0</inkml:trace>
  <inkml:trace contextRef="#ctx0" brushRef="#br0" timeOffset="136534">28228 12145 24575,'1'-4'0,"36"2"0,7 10 0,-6 1 0,3 3 0,-3 6 0,-2 5 0,0 5 0,-4 4 0,-3 3 0,-3 2 0,-4 3 0,-4 1 0,-5 0 0,-4 1 0,-2 0 0,-2 2 0,-2 1 0,-1 2 0,-2 1 0,0 0 0,0 1 0,-2 1 0,0-3 0,-2-1 0,-1-3 0,-1-2 0,-1-7 0,-1-1 0,-13 25 0,7-32 0,-4-32 0,11-25 0,6-20 0,1-1 0,-2 5 0,0-1 0,3-4 0,2 2 0,1-5 0,2-2 0,3 1 0,1 3 0,4-1 0,3 2 0,2 3 0,0 0 0,3-10 0,1 1 0,3 7 0,14-6 0,-1 11 0,-2 14 0,-10 16 0,1 10 0,-10 5 0,2 3 0,-5 6 0,-4 1 0,3 4 0,-3-3 0,2 2 0,5 5 0,-7-1 0,0 4 0,-8-11 0,-3-2 0</inkml:trace>
  <inkml:trace contextRef="#ctx0" brushRef="#br0" timeOffset="137933">29801 12435 24575,'24'4'0,"13"-2"0,15-2 0,9 0 0,-8 0 0,-12 0 0,-17-1 0,-12-5 0,-7-13 0,-1-19 0,3-20 0,-3 14 0,-1 0 0,-5-17 0,-19-2 0,-17 46 0,-9 11 0,-5 4 0,9 0 0,-1 2 0,-17 1 0,0 1 0,13 3 0,3 1 0,5 2 0,2 2 0,-25 13 0,22 1 0,20 1 0,11 0 0,7 4 0,3 19 0,0-13 0,0 1 0,0 2 0,0 17 0,0 2 0,1 4 0,1-20 0,1-2 0,1 13 0,2-4 0,11 0 0,29-10 0,3-16 0,-6-8 0,3 0 0,1-3 0,3 1 0,-1-1 0,4 0 0,-3-1 0,3 1 0,-2-1 0,14 0 0,-9-1 0,-24-6 0,-9-3 0</inkml:trace>
  <inkml:trace contextRef="#ctx0" brushRef="#br0" timeOffset="139552">30017 11321 24575,'29'15'0,"-3"1"0,5 4 0,18 10 0,5 4 0,-10-8 0,2 2 0,1-1 0,-1 0 0,1-1 0,-1-2 0,-5-2 0,-1-2 0,-2-2 0,3 2 0,-3-3 0,9 3 0,-16-8 0,-5-1 0,7 4 0,5 1 0,-5 0 0,3 0 0,14 5 0,1 0 0,-16-7 0,-3-1 0,17 6 0,-21-5 0,-14-1 0,-8-1 0,-11 6 0,-6-1 0,-11 10 0,-9 4 0,10-7 0,-3 5 0,-6 12 0,-3 6 0,5-5 0,-2 3 0,-2 5 0,2-1 0,-3 6 0,-2 2 0,1 0 0,2-5-404,2-2 0,2-2 0,0-1 0,-1 2 404,0 0 0,-1 3 0,-1 0 0,2-2 0,2-4-74,-3 3 1,3-4 0,1-3 73,-1 3 0,0-2 0,-4 5 0,1-3 0,-3 3 0,7-10 0,9-10 1596,8-10-1596,5-10 0,3-8 0,1-8 0</inkml:trace>
  <inkml:trace contextRef="#ctx0" brushRef="#br0" timeOffset="223068">12590 3239 24575,'-32'46'0,"8"-15"0,-5 5 0,-3 4 0,3-1 0,-3 3 0,-2 4 0,0 1 0,0-1-1410,-3 6 0,-1 0 0,1 1 0,-2 2 0,-1 1 1410,7-8 0,-1 2 0,-1 2 0,0-1 0,0 1 0,1-2 0,2-2 0,-6 7 0,2-1 0,1-2 0,0-1 0,1 1 43,0-3 1,1-1-1,1 0 1,0-1 0,1-1-44,-2 1 0,1-2 0,1-1 0,0 1 0,1 0 0,0-1 0,1 1 0,0 0 0,0-1 0,1 1 0,-1 1 0,0-1 205,-3 6 1,-2 2 0,1-2 0,4-5-206,3-5 0,2-4 0,-1-2 0,-13 19 0,0-14 0,-3-27 1133,10-31 0,-5-17 1,2-5-1134,-2-10 0,3-7 0,0 0 0,6 12 0,-1-1 0,2 0 0,2 0 0,-4-15 0,3 0 0,7 8 0,6 11 0,7 6 1750,13-23-1750,8 28 859,8 8-859,-3 12 0,14-33 0,-13 8 0,-5 7 0,-1 0 0,0-3 0,-5 15 0,-2 9 0,-4 11 0,-3 15 0,-1-4 0,-1 4 0,0-13 0</inkml:trace>
  <inkml:trace contextRef="#ctx0" brushRef="#br0" timeOffset="223918">10842 5847 24575,'64'-6'0,"-18"-2"0,5-2 0,2-2 0,6-1 0,-3 0 0,8-1 0,-2-1 0,6-1 0,-10 2 0,-23 8-2126,-25 5 0,-8 1 0,-4 0 1</inkml:trace>
  <inkml:trace contextRef="#ctx0" brushRef="#br0" timeOffset="226556">9846 6583 24575,'-7'-3'0,"0"1"0,-3 0 0,-1 11 0,-1 19 0,1 7 0,-1 8 0,-2 2 0,-1 5 0,-1 2-402,1-6 0,0 3 1,-1 0-1,0 2 402,-1 3 0,0 1 0,0 0 0,2 0 0,1-5 0,0 0 0,2-2 0,1-1 0,1 5 0,2-2 0,2-4 0,2 8 0,4-7 0,12 11 0,12-30 0,12-18 0,5-7 1607,1-8-1607,10-16 0,-18-5 0,2-19 0,-22-2 0,-6-10 0,-6 21 0,-1-2 0,1-4 0,-1-4 0,3-12 0,1-3 0,-1 16 0,1-1 0,0 0 0,0-1 0,1 1 0,-1 1 0,3-18 0,-1 4 0,-2 16 0,0 5 0,0-9 0,-4 27 0,-5 14 0,-20 4 0,2 2 0,-15 0 0,10 2 0,1 4 0,5 3 0,3 2 0,10-4 0,2-3 0</inkml:trace>
  <inkml:trace contextRef="#ctx0" brushRef="#br0" timeOffset="228667">10436 6267 24575,'4'32'0,"-2"32"0,-2-15 0,0 6 0,0-10 0,0 3 0,0 1-499,0 5 0,0 0 0,0 1 499,0 0 0,0 0 0,0-1 0,0-5 0,0-1 0,0-1 162,0 1 0,0-2 1,0-4-163,0-3 0,0-4 247,0 29-247,0-41 0,0-3 0,0-2 763,0 2-763,0-4 0,0-1 0,-7-34 0,-6-18 0,3 2 0,0-3 0,-1-3 0,2-1 0,1 3 0,2-2 0,1-7 0,2 2 0,0-19 0,8 22 0,6-2 0,9-3 0,5 2 0,2 7 0,1 2 0,0-2 0,1 6 0,10 9 0,-27 27 0,12 8 0,10 6 0,24 14 0,-9 1 0,2 2 0,-15-8 0,-3 1 0,9 9 0,-6 0 0,-12 6 0,-14-1 0,-7-2 0,-4 1 0,-16 15 0,-1-17 0,-25 11 0,11-29 0,-5-1 0,10-10 0,4-2 0,5-1 0,-11 8 0,6-3 0,-7 5 0,0 2 0,8-5 0,-4 3 0,9-6 0,4-3 0,6-3 0,2-2 0</inkml:trace>
  <inkml:trace contextRef="#ctx0" brushRef="#br0" timeOffset="229885">11489 6649 24575,'-21'0'0,"-20"0"0,15 0 0,-12 1 0,29 2 0,4 4 0,5 17 0,0 11 0,0 5 0,0-5 0,0 2 0,0 17 0,0 0 0,-2-13 0,4 0 0,11 21 0,6 0 0,-5-17 0,3-1 0,5 1 0,3 1 0,-2-7 0,13 8 0,-1 3 0,-29-38 0,-5 1 0,-9 0 0,-12-3 0,-11-3 0,-11-8 0,-9-14 0,6-8 0,-1-2 0,15 9 0,0-1 0,-10-7 0,4 3 0,11 9 0,13 5 0,8 4 0,4 0 0</inkml:trace>
  <inkml:trace contextRef="#ctx0" brushRef="#br0" timeOffset="231434">11672 7208 24575,'47'0'0,"12"-5"0,7-4 0,-14-4 0,2-2 0,-2 2 0,4-2 0,-7-2 0,-11-4 0,-5-2 0,16-18 0,-39 6 0,-20 8 0,-22-7 0,-2 11 0,-4 2 0,8 6 0,-2 2 0,-10-5 0,-1 4 0,-22 9 0,-1 4 0,3 9 0,13 10 0,10 23 0,17-5 0,1 13 0,14-23 0,-1 11 0,6-15 0,1 16 0,2 4 0,0 5 0,0-8 0,0 3 0,0 10 0,0 5 0,0-5 0,0-11 0,0-4 0,0 10 0,1-8 0,4-19 0,3-10 0,16-6 0,2-3 0,13-1 0,-2 0 0,2 0 0,-3-1 0,-3-3 0,-5-6 0,-4-4 0,-2-1 0,2 2 0,-8 5 0,-3 3 0,-9 3 0</inkml:trace>
  <inkml:trace contextRef="#ctx0" brushRef="#br0" timeOffset="233134">12173 6788 24575,'15'10'0,"2"13"0,-1 14 0,0 17 0,-1 10 0,-9-31 0,0 1 0,1-1 0,-2 3 0,1 15 0,-1 1 0,-2-11 0,0 1 0,0 13 0,-1-2 0,-1-16 0,-1-3 0,0 23 0,0-5 0,0-22 0,0-1 0,0-16 0,0-8 0,0-21 0,-3-28 0,0-12 0,1 0 0,1-5-288,-2 3 0,0-5 1,3 2 287,3 7 0,3 1 0,3 1 0,2-4 0,3 0 0,3 2 0,1 6 0,1 3 0,2 0 0,0 3 0,0 1 0,2 4 0,8-3 0,0 6 0,4 1 0,3 16 0,-22 21 0,-3 0 863,-1 4-863,-4 0 0,0 2 0,0 6 0,-5-2 0,0 4 0,-3-1 0,-1-7 0,-5 0 0,4-8 0,-5-2 0</inkml:trace>
  <inkml:trace contextRef="#ctx0" brushRef="#br0" timeOffset="234568">12664 6808 8191,'-4'-4'0,"3"12"5063,-1 17-5063,2 32 1409,0-20 0,0 2-1409,2 5 0,1 2 859,3 7 1,2-2-860,6 11 6784,5 0-6784,-10-45 0,-1-5 0,-3-3 0,2 0 0,-1 1 0,2-1 0,3 4 0,6 6 0,-4-6 0,4 1 0,-6-10 0,-3-5 0,-1-2 0,7-29 0,-3-4 0,-1-1 0,3-5 0,3-10 0,2-4 0,2 1 0,3-4 0,-2 2 0,-3 10 0,0 1 0,0 0 0,3-5 0,1 0 0,-4 8 0,6-14 0,-11 29 0,-9 21 0,-4 16 0,-2-2 0,1 1 0</inkml:trace>
  <inkml:trace contextRef="#ctx0" brushRef="#br0" timeOffset="236935">13284 7095 24575,'19'0'0,"21"0"0,23 0 0,-26 1 0,2-2 0,9-1 0,-2-1 0,6-3 0,-4-11 0,-39-5 0,-4 0 0,-5-2 0,-2 11 0,-9-1 0,-2 6 0,-8-1 0,-6 1 0,-10 0 0,-6 0 0,-12 1 0,6 3 0,1 2 0,7 2 0,9 5 0,10 8 0,-6 19 0,10-5 0,-8 8 0,11-15 0,3-1 0,2-1 0,6 11 0,1 0 0,1-1 0,2-2 0,0-10 0,3 5 0,2 13 0,3 16 0,2 1 0,2 2 0,-3-15 0,0-2 0,4 12 0,1-6 0,6-9 0,4-17 0,-6-9 0,4-5 0,-4-7 0,22-17 0,-13 6 0,15-12 0,-8 2 0,-12 7 0,12-12 0,-19 19 0,-1 0 0,-13 10 0,-1 2 0,-4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88749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1.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2.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3.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4.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5.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6.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7.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8.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9.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10.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11.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12.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13.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14.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15.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16.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17.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18.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19.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20.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21.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22.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23.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24.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25.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26.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27.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28.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29.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Lecture 2 slide 30. Keep explanations at AP Physics level. Emphasize intuition before terminology.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Image 0" descr="/mnt/data/lecture2_assets/cosmic_we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737360"/>
            <a:ext cx="5120640" cy="2880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8368" y="6583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DD3FC"/>
                </a:solidFill>
              </a:rPr>
              <a:t>Lecture 2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58368" y="1097280"/>
            <a:ext cx="5303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46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Seeing the Invisible Universe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68580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B8C3D9"/>
                </a:solidFill>
              </a:rPr>
              <a:t>Weak gravitational lensing and intrinsic alignments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85800" y="5166360"/>
            <a:ext cx="5303520" cy="685800"/>
          </a:xfrm>
          <a:prstGeom prst="rect">
            <a:avLst/>
          </a:prstGeom>
          <a:solidFill>
            <a:srgbClr val="A78BFA">
              <a:alpha val="17000"/>
            </a:srgbClr>
          </a:solidFill>
          <a:ln w="12700">
            <a:solidFill>
              <a:srgbClr val="A78BFA">
                <a:alpha val="7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Today: how galaxy shapes become a map of matter — and how they can fool us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1/30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Today’s story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A clear path from physical idea to research problem.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2/30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77240" y="1380744"/>
            <a:ext cx="384048" cy="384048"/>
          </a:xfrm>
          <a:prstGeom prst="ellipse">
            <a:avLst/>
          </a:prstGeom>
          <a:solidFill>
            <a:srgbClr val="7DD3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46304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90A18"/>
                </a:solidFill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417320" y="1325880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</a:rPr>
              <a:t>Gravity bends light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0680" y="136245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3D9"/>
                </a:solidFill>
              </a:rPr>
              <a:t>Mass changes the path of light.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77240" y="2322576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04872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90A18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417320" y="2267712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</a:rPr>
              <a:t>Strong vs weak lensing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40680" y="23042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3D9"/>
                </a:solidFill>
              </a:rPr>
              <a:t>Visible arcs vs tiny statistical distortions.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77240" y="3264408"/>
            <a:ext cx="384048" cy="384048"/>
          </a:xfrm>
          <a:prstGeom prst="ellipse">
            <a:avLst/>
          </a:prstGeom>
          <a:solidFill>
            <a:srgbClr val="7DD3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3467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90A18"/>
                </a:solidFill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17320" y="3209544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</a:rPr>
              <a:t>Galaxy shapes as data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40680" y="324612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3D9"/>
                </a:solidFill>
              </a:rPr>
              <a:t>We infer patterns by averaging many galaxies.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77240" y="4206240"/>
            <a:ext cx="384048" cy="38404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288536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90A18"/>
                </a:solidFill>
              </a:rPr>
              <a:t>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17320" y="4151376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</a:rPr>
              <a:t>Intrinsic alignment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440680" y="418795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3D9"/>
                </a:solidFill>
              </a:rPr>
              <a:t>Galaxies may be aligned before lensing.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77240" y="5148072"/>
            <a:ext cx="384048" cy="384048"/>
          </a:xfrm>
          <a:prstGeom prst="ellipse">
            <a:avLst/>
          </a:prstGeom>
          <a:solidFill>
            <a:srgbClr val="7DD3F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230368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90A18"/>
                </a:solidFill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417320" y="5093208"/>
            <a:ext cx="2880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4F7FB"/>
                </a:solidFill>
              </a:rPr>
              <a:t>Why ML later?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440680" y="5129784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8C3D9"/>
                </a:solidFill>
              </a:rPr>
              <a:t>IA signals become complicated high-dimensional curves.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Recap from Lecture 1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Cosmology needs observations because most of the Universe is not directly visible.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3/30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" y="1874520"/>
            <a:ext cx="2148840" cy="105156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Dark matter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adds gravity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983480" y="1874520"/>
            <a:ext cx="2148840" cy="105156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Large-scale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structure forms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098280" y="1874520"/>
            <a:ext cx="2148840" cy="105156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6EE7B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We need a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cosmic map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3154680" y="2395728"/>
            <a:ext cx="1581912" cy="0"/>
          </a:xfrm>
          <a:prstGeom prst="line">
            <a:avLst/>
          </a:prstGeom>
          <a:noFill/>
          <a:ln w="27940">
            <a:solidFill>
              <a:srgbClr val="7DD3FC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269480" y="2395728"/>
            <a:ext cx="1581912" cy="0"/>
          </a:xfrm>
          <a:prstGeom prst="line">
            <a:avLst/>
          </a:prstGeom>
          <a:noFill/>
          <a:ln w="27940">
            <a:solidFill>
              <a:srgbClr val="7DD3FC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234440" y="4663440"/>
            <a:ext cx="9692640" cy="685800"/>
          </a:xfrm>
          <a:prstGeom prst="rect">
            <a:avLst/>
          </a:prstGeom>
          <a:solidFill>
            <a:srgbClr val="C084FC">
              <a:alpha val="17000"/>
            </a:srgbClr>
          </a:solidFill>
          <a:ln w="12700">
            <a:solidFill>
              <a:srgbClr val="C084FC">
                <a:alpha val="70000"/>
              </a:srgbClr>
            </a:solidFill>
          </a:ln>
        </p:spPr>
        <p:txBody>
          <a:bodyPr wrap="square" lIns="1905" tIns="1905" rIns="1905" bIns="1905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F7FB"/>
                </a:solidFill>
              </a:rPr>
              <a:t>Guiding question: How can we map invisible matter if we cannot see it?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 with an everyday analogy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Distortion can reveal what caused it.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4/30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731520" y="1417320"/>
            <a:ext cx="3657600" cy="3566160"/>
          </a:xfrm>
          <a:prstGeom prst="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645920"/>
            <a:ext cx="3246120" cy="0"/>
          </a:xfrm>
          <a:prstGeom prst="line">
            <a:avLst/>
          </a:prstGeom>
          <a:noFill/>
          <a:ln w="12700">
            <a:solidFill>
              <a:srgbClr val="93C5FD">
                <a:alpha val="7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645920"/>
            <a:ext cx="0" cy="2743200"/>
          </a:xfrm>
          <a:prstGeom prst="line">
            <a:avLst/>
          </a:prstGeom>
          <a:noFill/>
          <a:ln w="12700">
            <a:solidFill>
              <a:srgbClr val="93C5FD">
                <a:alpha val="7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14400" y="2103120"/>
            <a:ext cx="3246120" cy="0"/>
          </a:xfrm>
          <a:prstGeom prst="line">
            <a:avLst/>
          </a:prstGeom>
          <a:noFill/>
          <a:ln w="12700">
            <a:solidFill>
              <a:srgbClr val="93C5FD">
                <a:alpha val="7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1600" y="1645920"/>
            <a:ext cx="0" cy="2743200"/>
          </a:xfrm>
          <a:prstGeom prst="line">
            <a:avLst/>
          </a:prstGeom>
          <a:noFill/>
          <a:ln w="12700">
            <a:solidFill>
              <a:srgbClr val="93C5FD">
                <a:alpha val="7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4400" y="2560320"/>
            <a:ext cx="3246120" cy="0"/>
          </a:xfrm>
          <a:prstGeom prst="line">
            <a:avLst/>
          </a:prstGeom>
          <a:noFill/>
          <a:ln w="12700">
            <a:solidFill>
              <a:srgbClr val="93C5FD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1645920"/>
            <a:ext cx="0" cy="2743200"/>
          </a:xfrm>
          <a:prstGeom prst="line">
            <a:avLst/>
          </a:prstGeom>
          <a:noFill/>
          <a:ln w="12700">
            <a:solidFill>
              <a:srgbClr val="93C5FD">
                <a:alpha val="7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3017520"/>
            <a:ext cx="3246120" cy="0"/>
          </a:xfrm>
          <a:prstGeom prst="line">
            <a:avLst/>
          </a:prstGeom>
          <a:noFill/>
          <a:ln w="12700">
            <a:solidFill>
              <a:srgbClr val="93C5FD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86000" y="1645920"/>
            <a:ext cx="0" cy="2743200"/>
          </a:xfrm>
          <a:prstGeom prst="line">
            <a:avLst/>
          </a:prstGeom>
          <a:noFill/>
          <a:ln w="12700">
            <a:solidFill>
              <a:srgbClr val="93C5FD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3474720"/>
            <a:ext cx="3246120" cy="0"/>
          </a:xfrm>
          <a:prstGeom prst="line">
            <a:avLst/>
          </a:prstGeom>
          <a:noFill/>
          <a:ln w="12700">
            <a:solidFill>
              <a:srgbClr val="93C5FD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1645920"/>
            <a:ext cx="0" cy="2743200"/>
          </a:xfrm>
          <a:prstGeom prst="line">
            <a:avLst/>
          </a:prstGeom>
          <a:noFill/>
          <a:ln w="12700">
            <a:solidFill>
              <a:srgbClr val="93C5FD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931920"/>
            <a:ext cx="3246120" cy="0"/>
          </a:xfrm>
          <a:prstGeom prst="line">
            <a:avLst/>
          </a:prstGeom>
          <a:noFill/>
          <a:ln w="12700">
            <a:solidFill>
              <a:srgbClr val="93C5FD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645920"/>
            <a:ext cx="0" cy="2743200"/>
          </a:xfrm>
          <a:prstGeom prst="line">
            <a:avLst/>
          </a:prstGeom>
          <a:noFill/>
          <a:ln w="12700">
            <a:solidFill>
              <a:srgbClr val="93C5FD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4389120"/>
            <a:ext cx="3246120" cy="0"/>
          </a:xfrm>
          <a:prstGeom prst="line">
            <a:avLst/>
          </a:prstGeom>
          <a:noFill/>
          <a:ln w="12700">
            <a:solidFill>
              <a:srgbClr val="93C5FD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0" y="1645920"/>
            <a:ext cx="0" cy="2743200"/>
          </a:xfrm>
          <a:prstGeom prst="line">
            <a:avLst/>
          </a:prstGeom>
          <a:noFill/>
          <a:ln w="12700">
            <a:solidFill>
              <a:srgbClr val="93C5FD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0" y="2212848"/>
            <a:ext cx="1188720" cy="1188720"/>
          </a:xfrm>
          <a:prstGeom prst="ellipse">
            <a:avLst/>
          </a:prstGeom>
          <a:solidFill>
            <a:srgbClr val="C084FC">
              <a:alpha val="50000"/>
            </a:srgbClr>
          </a:solidFill>
          <a:ln w="25400">
            <a:solidFill>
              <a:srgbClr val="C084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52120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8C3D9"/>
                </a:solidFill>
              </a:rPr>
              <a:t>A glass lens bends a grid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663440" y="3063240"/>
            <a:ext cx="1417320" cy="0"/>
          </a:xfrm>
          <a:prstGeom prst="line">
            <a:avLst/>
          </a:prstGeom>
          <a:noFill/>
          <a:ln w="27940">
            <a:solidFill>
              <a:srgbClr val="7DD3FC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400800" y="1508760"/>
            <a:ext cx="1920240" cy="91440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Distortion pattern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098280" y="1508760"/>
            <a:ext cx="1920240" cy="91440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Hidden cause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54112" y="3886200"/>
            <a:ext cx="1920240" cy="91440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6EE7B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Inference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321040" y="1965960"/>
            <a:ext cx="749808" cy="0"/>
          </a:xfrm>
          <a:prstGeom prst="line">
            <a:avLst/>
          </a:prstGeom>
          <a:noFill/>
          <a:ln w="27940">
            <a:solidFill>
              <a:srgbClr val="C084FC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281160" y="2514600"/>
            <a:ext cx="0" cy="1280160"/>
          </a:xfrm>
          <a:prstGeom prst="line">
            <a:avLst/>
          </a:prstGeom>
          <a:noFill/>
          <a:ln w="27940">
            <a:solidFill>
              <a:srgbClr val="C084FC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882128" y="3794760"/>
            <a:ext cx="0" cy="0"/>
          </a:xfrm>
          <a:prstGeom prst="line">
            <a:avLst/>
          </a:prstGeom>
          <a:noFill/>
          <a:ln w="27940">
            <a:solidFill>
              <a:srgbClr val="C084FC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Einstein idea, simplified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Mass changes the path of light.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5/30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" y="1417320"/>
            <a:ext cx="2743200" cy="91440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A straight light path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without mass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749040" y="1920240"/>
            <a:ext cx="6766560" cy="0"/>
          </a:xfrm>
          <a:prstGeom prst="line">
            <a:avLst/>
          </a:prstGeom>
          <a:noFill/>
          <a:ln w="3810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777240" y="3794760"/>
            <a:ext cx="2743200" cy="91440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A bent light path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near a massive object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794760" y="3063240"/>
            <a:ext cx="3840480" cy="2194560"/>
          </a:xfrm>
          <a:prstGeom prst="arc">
            <a:avLst/>
          </a:prstGeom>
          <a:solidFill>
            <a:srgbClr val="090A18">
              <a:alpha val="0"/>
            </a:srgbClr>
          </a:solidFill>
          <a:ln w="381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315200" y="3154680"/>
            <a:ext cx="1280160" cy="1280160"/>
          </a:xfrm>
          <a:prstGeom prst="ellipse">
            <a:avLst/>
          </a:prstGeom>
          <a:solidFill>
            <a:srgbClr val="FBBF24">
              <a:alpha val="90000"/>
            </a:srgbClr>
          </a:solidFill>
          <a:ln w="25400">
            <a:solidFill>
              <a:srgbClr val="FDE6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88352" y="358444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90A18"/>
                </a:solidFill>
              </a:rPr>
              <a:t>mass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920240" y="5559552"/>
            <a:ext cx="8321040" cy="512064"/>
          </a:xfrm>
          <a:prstGeom prst="rect">
            <a:avLst/>
          </a:prstGeom>
          <a:solidFill>
            <a:srgbClr val="7DD3FC">
              <a:alpha val="17000"/>
            </a:srgbClr>
          </a:solidFill>
          <a:ln w="12700">
            <a:solidFill>
              <a:srgbClr val="7DD3FC">
                <a:alpha val="7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The stronger the gravity nearby, the more the path can bend.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basic lensing geometry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Background galaxy → foreground mass → observer.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6/30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1920240" cy="82296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7FB"/>
                </a:solidFill>
              </a:rPr>
              <a:t>Background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4F7FB"/>
                </a:solidFill>
              </a:rPr>
              <a:t>galaxy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303520" y="2240280"/>
            <a:ext cx="1463040" cy="1463040"/>
          </a:xfrm>
          <a:prstGeom prst="ellipse">
            <a:avLst/>
          </a:prstGeom>
          <a:solidFill>
            <a:srgbClr val="FBBF24">
              <a:alpha val="92000"/>
            </a:srgbClr>
          </a:solidFill>
          <a:ln w="25400">
            <a:solidFill>
              <a:srgbClr val="FDE68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68112" y="2807208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90A18"/>
                </a:solidFill>
              </a:rPr>
              <a:t>mass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464040" y="2468880"/>
            <a:ext cx="1920240" cy="82296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7FB"/>
                </a:solidFill>
              </a:rPr>
              <a:t>Observer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4F7FB"/>
                </a:solidFill>
              </a:rPr>
              <a:t>(telescope)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2926080" y="2871216"/>
            <a:ext cx="224028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784848" y="2377440"/>
            <a:ext cx="2560320" cy="493776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26080" y="2926080"/>
            <a:ext cx="2258568" cy="530352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6784848" y="3456432"/>
            <a:ext cx="2560320" cy="0"/>
          </a:xfrm>
          <a:prstGeom prst="line">
            <a:avLst/>
          </a:prstGeom>
          <a:noFill/>
          <a:ln w="25400">
            <a:solidFill>
              <a:srgbClr val="A78BFA"/>
            </a:solidFill>
            <a:prstDash val="solid"/>
            <a:tailEnd type="triangle"/>
          </a:ln>
        </p:spPr>
      </p:sp>
      <p:sp>
        <p:nvSpPr>
          <p:cNvPr id="16" name="Text 14"/>
          <p:cNvSpPr/>
          <p:nvPr/>
        </p:nvSpPr>
        <p:spPr>
          <a:xfrm>
            <a:off x="1828800" y="502920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B"/>
                </a:solidFill>
              </a:rPr>
              <a:t>Light takes bent paths around mass.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463040" y="5486400"/>
            <a:ext cx="9235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8C3D9"/>
                </a:solidFill>
              </a:rPr>
              <a:t>The telescope receives a distorted image, not a label saying “dark matter was here.”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Lensing lets us weigh invisible matter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A distorted background can reveal mass in the foreground.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7/30</a:t>
            </a:r>
            <a:endParaRPr lang="en-US" sz="850" dirty="0"/>
          </a:p>
        </p:txBody>
      </p:sp>
      <p:pic>
        <p:nvPicPr>
          <p:cNvPr id="8" name="Image 0" descr="/mnt/data/lecture2_assets/dark_matter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91690"/>
            <a:ext cx="4892040" cy="24460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0" y="1417320"/>
            <a:ext cx="1828800" cy="73152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7FB"/>
                </a:solidFill>
              </a:rPr>
              <a:t>Visible galaxies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0" y="2606040"/>
            <a:ext cx="1828800" cy="73152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7FB"/>
                </a:solidFill>
              </a:rPr>
              <a:t>Shape distortions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400800" y="3794760"/>
            <a:ext cx="1828800" cy="73152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7FB"/>
                </a:solidFill>
              </a:rPr>
              <a:t>Dark matter map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97280" y="5687568"/>
            <a:ext cx="10058400" cy="502920"/>
          </a:xfrm>
          <a:prstGeom prst="rect">
            <a:avLst/>
          </a:prstGeom>
          <a:solidFill>
            <a:srgbClr val="A78BFA">
              <a:alpha val="17000"/>
            </a:srgbClr>
          </a:solidFill>
          <a:ln w="12700">
            <a:solidFill>
              <a:srgbClr val="A78BFA">
                <a:alpha val="7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Key idea: we infer mass from the pattern of distorted images.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Strong lensing: the dramatic case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Arcs, rings, or multiple images can be visible by eye.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8/30</a:t>
            </a:r>
            <a:endParaRPr lang="en-US" sz="850" dirty="0"/>
          </a:p>
        </p:txBody>
      </p:sp>
      <p:pic>
        <p:nvPicPr>
          <p:cNvPr id="8" name="Image 0" descr="/mnt/data/lecture2_assets/einstein_r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615916"/>
            <a:ext cx="6446520" cy="3626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406640" y="1508760"/>
            <a:ext cx="40690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4F7FB"/>
                </a:solidFill>
              </a:rPr>
              <a:t>Strong lensing happens when alignment and mass are just right.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406640" y="2697480"/>
            <a:ext cx="40690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B8C3D9"/>
                </a:solidFill>
              </a:rPr>
              <a:t>It can create arcs, rings, and multiple images.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406640" y="3886200"/>
            <a:ext cx="4069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FBBF24"/>
                </a:solidFill>
              </a:rPr>
              <a:t>Beautiful — but rare.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Weak lensing: the subtle case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Every background galaxy is changed only a little.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9/30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 rot="1200000">
            <a:off x="914400" y="1645920"/>
            <a:ext cx="502920" cy="32004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0656" y="1783537"/>
            <a:ext cx="70409" cy="44806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2100000">
            <a:off x="1920240" y="2331720"/>
            <a:ext cx="502920" cy="310896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36496" y="2465405"/>
            <a:ext cx="70409" cy="4352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4200000">
            <a:off x="2743200" y="1783080"/>
            <a:ext cx="457200" cy="329184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39796" y="1924629"/>
            <a:ext cx="64008" cy="46086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6900000">
            <a:off x="1463040" y="3337560"/>
            <a:ext cx="493776" cy="32004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75364" y="3475177"/>
            <a:ext cx="69129" cy="44806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-900000">
            <a:off x="2926080" y="3108960"/>
            <a:ext cx="475488" cy="301752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30540" y="3238713"/>
            <a:ext cx="66568" cy="4224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2286000" y="4069080"/>
            <a:ext cx="493776" cy="32004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98324" y="4206697"/>
            <a:ext cx="69129" cy="44806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480000">
            <a:off x="7498080" y="1645920"/>
            <a:ext cx="530352" cy="283464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131" y="1767810"/>
            <a:ext cx="74249" cy="3968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480000">
            <a:off x="8503920" y="2331720"/>
            <a:ext cx="530352" cy="283464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31971" y="2453610"/>
            <a:ext cx="74249" cy="3968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480000">
            <a:off x="9326880" y="1783080"/>
            <a:ext cx="512064" cy="27432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47068" y="1901038"/>
            <a:ext cx="71689" cy="3840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480000">
            <a:off x="8046720" y="3337560"/>
            <a:ext cx="530352" cy="283464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4771" y="3459450"/>
            <a:ext cx="74249" cy="3968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480000">
            <a:off x="9509760" y="3108960"/>
            <a:ext cx="512064" cy="27432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29948" y="3226918"/>
            <a:ext cx="71689" cy="3840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480000">
            <a:off x="8869680" y="4069080"/>
            <a:ext cx="530352" cy="283464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097731" y="4190970"/>
            <a:ext cx="74249" cy="3968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5120640"/>
            <a:ext cx="2926080" cy="73152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B8C3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Before lensing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random directions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15200" y="5120640"/>
            <a:ext cx="3108960" cy="73152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After weak lensing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a tiny shared stretch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389120" y="3246120"/>
            <a:ext cx="2103120" cy="0"/>
          </a:xfrm>
          <a:prstGeom prst="line">
            <a:avLst/>
          </a:prstGeom>
          <a:noFill/>
          <a:ln w="27940">
            <a:solidFill>
              <a:srgbClr val="C084FC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417320" y="601675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8C3D9"/>
                </a:solidFill>
              </a:rPr>
              <a:t>Weak lensing is not obvious in one galaxy. It appears as a pattern across many galaxies.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Strong vs weak lensing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Same physics, different measurement style.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10/30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BBF24"/>
                </a:solidFill>
              </a:rPr>
              <a:t>Strong lensing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72084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7DD3FC"/>
                </a:solidFill>
              </a:rPr>
              <a:t>Weak lensing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1920240" y="2148840"/>
            <a:ext cx="1920240" cy="384048"/>
          </a:xfrm>
          <a:prstGeom prst="ellipse">
            <a:avLst/>
          </a:prstGeom>
          <a:solidFill>
            <a:srgbClr val="FDE68A">
              <a:alpha val="92000"/>
            </a:srgbClr>
          </a:solidFill>
          <a:ln w="15240">
            <a:solidFill>
              <a:srgbClr val="FBBF24">
                <a:alpha val="8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5943" y="2313981"/>
            <a:ext cx="268834" cy="53767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0" y="1874520"/>
            <a:ext cx="2103120" cy="914400"/>
          </a:xfrm>
          <a:prstGeom prst="arc">
            <a:avLst/>
          </a:prstGeom>
          <a:solidFill>
            <a:srgbClr val="090A18">
              <a:alpha val="0"/>
            </a:srgbClr>
          </a:solidFill>
          <a:ln w="38100">
            <a:solidFill>
              <a:srgbClr val="FBBF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480000">
            <a:off x="7406640" y="1874520"/>
            <a:ext cx="411480" cy="22860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583576" y="1972818"/>
            <a:ext cx="57607" cy="32004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480000">
            <a:off x="8138160" y="2514600"/>
            <a:ext cx="384048" cy="22860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03301" y="2612898"/>
            <a:ext cx="53767" cy="32004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480000">
            <a:off x="9144000" y="2011680"/>
            <a:ext cx="411480" cy="22860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0936" y="2109978"/>
            <a:ext cx="57607" cy="32004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480000">
            <a:off x="8778240" y="3063240"/>
            <a:ext cx="411480" cy="22860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55176" y="3161538"/>
            <a:ext cx="57607" cy="32004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480000">
            <a:off x="10058400" y="2651760"/>
            <a:ext cx="384048" cy="22860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23541" y="2750058"/>
            <a:ext cx="53767" cy="32004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114800"/>
            <a:ext cx="40233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F4F7FB"/>
                </a:solidFill>
              </a:rPr>
              <a:t>Visible arcs or rings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F4F7FB"/>
                </a:solidFill>
              </a:rPr>
              <a:t>One object can be convincing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F4F7FB"/>
                </a:solidFill>
              </a:rPr>
              <a:t>Rare, special alignment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6995160" y="4114800"/>
            <a:ext cx="402336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F4F7FB"/>
                </a:solidFill>
              </a:rPr>
              <a:t>Tiny shape changes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F4F7FB"/>
                </a:solidFill>
              </a:rPr>
              <a:t>Needs many galaxies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dirty="0">
                <a:solidFill>
                  <a:srgbClr val="F4F7FB"/>
                </a:solidFill>
              </a:rPr>
              <a:t>Common across the sky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weak lensing needs many galaxies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A single galaxy shape is too noisy to interpret.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11/30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 rot="300000">
            <a:off x="1005840" y="1417320"/>
            <a:ext cx="438912" cy="256032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4572" y="1527414"/>
            <a:ext cx="61448" cy="35844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4320000">
            <a:off x="1828800" y="1737360"/>
            <a:ext cx="457200" cy="27432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5396" y="1855318"/>
            <a:ext cx="64008" cy="3840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2100000">
            <a:off x="2834640" y="1417320"/>
            <a:ext cx="411480" cy="246888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1576" y="1523482"/>
            <a:ext cx="57607" cy="34564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720000">
            <a:off x="3840480" y="1920240"/>
            <a:ext cx="457200" cy="265176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37076" y="2034266"/>
            <a:ext cx="64008" cy="3712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7200000">
            <a:off x="1280160" y="2834640"/>
            <a:ext cx="438912" cy="256032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8892" y="2944734"/>
            <a:ext cx="61448" cy="35844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300000">
            <a:off x="2377440" y="3108960"/>
            <a:ext cx="457200" cy="265176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74036" y="3222986"/>
            <a:ext cx="64008" cy="3712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3900000">
            <a:off x="3429000" y="2788920"/>
            <a:ext cx="420624" cy="246888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09868" y="2895082"/>
            <a:ext cx="58887" cy="34564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800000">
            <a:off x="4434840" y="3246120"/>
            <a:ext cx="438912" cy="256032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23572" y="3356214"/>
            <a:ext cx="61448" cy="35844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029200" y="2743200"/>
            <a:ext cx="1554480" cy="0"/>
          </a:xfrm>
          <a:prstGeom prst="line">
            <a:avLst/>
          </a:prstGeom>
          <a:noFill/>
          <a:ln w="27940">
            <a:solidFill>
              <a:srgbClr val="C084F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 rot="480000">
            <a:off x="7132320" y="2148840"/>
            <a:ext cx="1737360" cy="594360"/>
          </a:xfrm>
          <a:prstGeom prst="ellipse">
            <a:avLst/>
          </a:prstGeom>
          <a:solidFill>
            <a:srgbClr val="7DD3FC">
              <a:alpha val="85000"/>
            </a:srgbClr>
          </a:solidFill>
          <a:ln w="25400">
            <a:solidFill>
              <a:srgbClr val="7DD3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DD3FC"/>
                </a:solidFill>
              </a:rPr>
              <a:t>average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7DD3FC"/>
                </a:solidFill>
              </a:rPr>
              <a:t>pattern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80160" y="4937760"/>
            <a:ext cx="9509760" cy="640080"/>
          </a:xfrm>
          <a:prstGeom prst="rect">
            <a:avLst/>
          </a:prstGeom>
          <a:solidFill>
            <a:srgbClr val="18213E"/>
          </a:solidFill>
          <a:ln w="17780">
            <a:solidFill>
              <a:srgbClr val="C084FC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many noisy shapes  →  one clearer signal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Galaxies are not perfect circles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Their natural shapes are part of the measurement problem.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12/30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 rot="1200000">
            <a:off x="1097280" y="1463040"/>
            <a:ext cx="1463040" cy="50292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26387" y="1679296"/>
            <a:ext cx="204826" cy="70409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-2700000">
            <a:off x="3749040" y="1828800"/>
            <a:ext cx="1005840" cy="73152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A78BFA">
                <a:alpha val="8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81551" y="2143354"/>
            <a:ext cx="140818" cy="102413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4200000">
            <a:off x="6400800" y="1554480"/>
            <a:ext cx="1371600" cy="41148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FBBF24">
                <a:alpha val="8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90588" y="1731416"/>
            <a:ext cx="192024" cy="57607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7200000">
            <a:off x="8961120" y="1828800"/>
            <a:ext cx="1097280" cy="59436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6EE7B7">
                <a:alpha val="8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32950" y="2084375"/>
            <a:ext cx="153619" cy="83210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4206240"/>
            <a:ext cx="10149840" cy="594360"/>
          </a:xfrm>
          <a:prstGeom prst="rect">
            <a:avLst/>
          </a:prstGeom>
          <a:solidFill>
            <a:srgbClr val="C084FC">
              <a:alpha val="17000"/>
            </a:srgbClr>
          </a:solidFill>
          <a:ln w="12700">
            <a:solidFill>
              <a:srgbClr val="C084FC">
                <a:alpha val="7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B"/>
                </a:solidFill>
              </a:rPr>
              <a:t>Real galaxy images already have size, stretch, orientation, blur, and noise.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25880" y="5166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B8C3D9"/>
                </a:solidFill>
              </a:rPr>
              <a:t>So lensing measurement is not “detecting a bend” directly — it is estimating a tiny statistical change in shape.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Ellipticity: stretch + direction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A gentle way to describe galaxy shape.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13/30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 rot="1500000">
            <a:off x="1645920" y="2286000"/>
            <a:ext cx="2194560" cy="822960"/>
          </a:xfrm>
          <a:prstGeom prst="ellipse">
            <a:avLst/>
          </a:prstGeom>
          <a:solidFill>
            <a:srgbClr val="7DD3FC">
              <a:alpha val="85000"/>
            </a:srgbClr>
          </a:solidFill>
          <a:ln w="25400">
            <a:solidFill>
              <a:srgbClr val="7DD3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500000">
            <a:off x="1737360" y="2788920"/>
            <a:ext cx="2011680" cy="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005840" y="38862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B"/>
                </a:solidFill>
              </a:rPr>
              <a:t>How stretched?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05840" y="42976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B"/>
                </a:solidFill>
              </a:rPr>
              <a:t>Which direction?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69280" y="1920240"/>
            <a:ext cx="2194560" cy="82296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B"/>
                </a:solidFill>
              </a:rPr>
              <a:t>ellipticity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206240" y="2743200"/>
            <a:ext cx="1280160" cy="0"/>
          </a:xfrm>
          <a:prstGeom prst="line">
            <a:avLst/>
          </a:prstGeom>
          <a:noFill/>
          <a:ln w="27940">
            <a:solidFill>
              <a:srgbClr val="C084FC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486400" y="38404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B8C3D9"/>
                </a:solidFill>
              </a:rPr>
              <a:t>We do not need advanced math today. Think of ellipticity as a compact description of shape.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Random shapes can average out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Weak lensing relies on statistics.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14/30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 rot="300000">
            <a:off x="1005840" y="1417320"/>
            <a:ext cx="411480" cy="246888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82776" y="1523482"/>
            <a:ext cx="57607" cy="34564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4800000">
            <a:off x="1828800" y="1828800"/>
            <a:ext cx="457200" cy="27432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25396" y="1946758"/>
            <a:ext cx="64008" cy="3840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-2100000">
            <a:off x="2834640" y="1508760"/>
            <a:ext cx="411480" cy="246888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1576" y="1614922"/>
            <a:ext cx="57607" cy="34564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7920000">
            <a:off x="3840480" y="1874520"/>
            <a:ext cx="457200" cy="265176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37076" y="1988546"/>
            <a:ext cx="64008" cy="3712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7200000">
            <a:off x="1280160" y="2926080"/>
            <a:ext cx="438912" cy="256032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8892" y="3036174"/>
            <a:ext cx="61448" cy="35844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-900000">
            <a:off x="2377440" y="3246120"/>
            <a:ext cx="457200" cy="265176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74036" y="3360146"/>
            <a:ext cx="64008" cy="3712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3900000">
            <a:off x="3474720" y="2743200"/>
            <a:ext cx="420624" cy="246888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5588" y="2849362"/>
            <a:ext cx="58887" cy="34564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200000">
            <a:off x="4480560" y="3154680"/>
            <a:ext cx="438912" cy="256032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9292" y="3264774"/>
            <a:ext cx="61448" cy="35844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4251960"/>
            <a:ext cx="3474720" cy="658368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B8C3D9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random natural shapes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5257800" y="2788920"/>
            <a:ext cx="1463040" cy="0"/>
          </a:xfrm>
          <a:prstGeom prst="line">
            <a:avLst/>
          </a:prstGeom>
          <a:noFill/>
          <a:ln w="27940">
            <a:solidFill>
              <a:srgbClr val="C084F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406640" y="2331720"/>
            <a:ext cx="1508760" cy="502920"/>
          </a:xfrm>
          <a:prstGeom prst="ellipse">
            <a:avLst/>
          </a:prstGeom>
          <a:solidFill>
            <a:srgbClr val="334155">
              <a:alpha val="60000"/>
            </a:srgbClr>
          </a:solidFill>
          <a:ln w="12700">
            <a:solidFill>
              <a:srgbClr val="B8C3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9400" y="425196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B8C3D9"/>
                </a:solidFill>
              </a:rPr>
              <a:t>average ≈ no preferred direction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63040" y="5504688"/>
            <a:ext cx="9326880" cy="493776"/>
          </a:xfrm>
          <a:prstGeom prst="rect">
            <a:avLst/>
          </a:prstGeom>
          <a:solidFill>
            <a:srgbClr val="7DD3FC">
              <a:alpha val="17000"/>
            </a:srgbClr>
          </a:solidFill>
          <a:ln w="12700">
            <a:solidFill>
              <a:srgbClr val="7DD3FC">
                <a:alpha val="7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Randomness is not a bug here — it is what makes averaging useful.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Weak lensing creates a shared pattern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The signal is a small coherent distortion.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15/30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 rot="600000">
            <a:off x="914400" y="1417320"/>
            <a:ext cx="530352" cy="27432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2451" y="1535278"/>
            <a:ext cx="74249" cy="3840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600000">
            <a:off x="1828800" y="1828800"/>
            <a:ext cx="530352" cy="27432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56851" y="1946758"/>
            <a:ext cx="74249" cy="3840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600000">
            <a:off x="2834640" y="1508760"/>
            <a:ext cx="530352" cy="27432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62691" y="1626718"/>
            <a:ext cx="74249" cy="3840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600000">
            <a:off x="3840480" y="1874520"/>
            <a:ext cx="530352" cy="27432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068531" y="1992478"/>
            <a:ext cx="74249" cy="3840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600000">
            <a:off x="1280160" y="2926080"/>
            <a:ext cx="530352" cy="27432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08211" y="3044038"/>
            <a:ext cx="74249" cy="3840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600000">
            <a:off x="2377440" y="3246120"/>
            <a:ext cx="530352" cy="27432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605491" y="3364078"/>
            <a:ext cx="74249" cy="3840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600000">
            <a:off x="3474720" y="2743200"/>
            <a:ext cx="530352" cy="27432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02771" y="2861158"/>
            <a:ext cx="74249" cy="3840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600000">
            <a:off x="4480560" y="3154680"/>
            <a:ext cx="530352" cy="27432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8611" y="3272638"/>
            <a:ext cx="74249" cy="3840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600000">
            <a:off x="7406640" y="2011680"/>
            <a:ext cx="2011680" cy="658368"/>
          </a:xfrm>
          <a:prstGeom prst="ellipse">
            <a:avLst/>
          </a:prstGeom>
          <a:solidFill>
            <a:srgbClr val="7DD3FC">
              <a:alpha val="85000"/>
            </a:srgbClr>
          </a:solidFill>
          <a:ln w="25400">
            <a:solidFill>
              <a:srgbClr val="7DD3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29443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7DD3FC"/>
                </a:solidFill>
              </a:rPr>
              <a:t>same tiny direction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5349240" y="2788920"/>
            <a:ext cx="1508760" cy="0"/>
          </a:xfrm>
          <a:prstGeom prst="line">
            <a:avLst/>
          </a:prstGeom>
          <a:noFill/>
          <a:ln w="27940">
            <a:solidFill>
              <a:srgbClr val="C084FC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1417320" y="5212080"/>
            <a:ext cx="9418320" cy="548640"/>
          </a:xfrm>
          <a:prstGeom prst="rect">
            <a:avLst/>
          </a:prstGeom>
          <a:solidFill>
            <a:srgbClr val="A78BFA">
              <a:alpha val="17000"/>
            </a:srgbClr>
          </a:solidFill>
          <a:ln w="12700">
            <a:solidFill>
              <a:srgbClr val="A78BFA">
                <a:alpha val="7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B"/>
                </a:solidFill>
              </a:rPr>
              <a:t>Lensing signal = shared pattern after averaging many galaxies.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galaxy is a noisy measurement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The observed shape mixes several effects.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16/30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solidFill>
            <a:srgbClr val="18213E"/>
          </a:solidFill>
          <a:ln w="17780">
            <a:solidFill>
              <a:srgbClr val="C084FC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observed shape = lensing distortion + intrinsic shape + noise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3383280"/>
            <a:ext cx="2377440" cy="77724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What gravity adds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92040" y="3383280"/>
            <a:ext cx="2377440" cy="77724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What the galaxy already had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41080" y="3383280"/>
            <a:ext cx="2377440" cy="77724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FB71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What measurement adds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80160" y="51663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B"/>
                </a:solidFill>
              </a:rPr>
              <a:t>Today’s main challenge: separating the cosmic signal from the non-lensing parts.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individual images to sky patches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Weak lensing studies many galaxies in a region of the sky.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17/30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822960" y="1325880"/>
            <a:ext cx="4663440" cy="4114800"/>
          </a:xfrm>
          <a:prstGeom prst="rect">
            <a:avLst/>
          </a:prstGeom>
          <a:solidFill>
            <a:srgbClr val="0F172A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600000">
            <a:off x="1097280" y="1645920"/>
            <a:ext cx="310896" cy="18288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30965" y="1724558"/>
            <a:ext cx="43525" cy="25603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-1800000">
            <a:off x="1920240" y="2011680"/>
            <a:ext cx="329184" cy="18288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61789" y="2090318"/>
            <a:ext cx="46086" cy="25603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4200000">
            <a:off x="2834640" y="1600200"/>
            <a:ext cx="310896" cy="18288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68325" y="1678838"/>
            <a:ext cx="43525" cy="25603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300000">
            <a:off x="4206240" y="2057400"/>
            <a:ext cx="329184" cy="18288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7789" y="2136038"/>
            <a:ext cx="46086" cy="25603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1371600" y="2926080"/>
            <a:ext cx="310896" cy="18288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05285" y="3004718"/>
            <a:ext cx="43525" cy="25603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-600000">
            <a:off x="2423160" y="3429000"/>
            <a:ext cx="329184" cy="18288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4709" y="3507638"/>
            <a:ext cx="46086" cy="25603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900000">
            <a:off x="3474720" y="2743200"/>
            <a:ext cx="310896" cy="18288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08405" y="2821838"/>
            <a:ext cx="43525" cy="25603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400000">
            <a:off x="4572000" y="4206240"/>
            <a:ext cx="329184" cy="18288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13549" y="4284878"/>
            <a:ext cx="46086" cy="25603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600000">
            <a:off x="1828800" y="4572000"/>
            <a:ext cx="310896" cy="18288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62485" y="4650638"/>
            <a:ext cx="43525" cy="25603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-1200000">
            <a:off x="3749040" y="4480560"/>
            <a:ext cx="329184" cy="18288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B8C3D9">
                <a:alpha val="82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90589" y="4559198"/>
            <a:ext cx="46086" cy="25603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15000" y="3337560"/>
            <a:ext cx="1280160" cy="0"/>
          </a:xfrm>
          <a:prstGeom prst="line">
            <a:avLst/>
          </a:prstGeom>
          <a:noFill/>
          <a:ln w="27940">
            <a:solidFill>
              <a:srgbClr val="C084FC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7315200" y="2148840"/>
            <a:ext cx="2651760" cy="100584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average shape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for this patch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315200" y="3749040"/>
            <a:ext cx="2651760" cy="100584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compare patches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across the sky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Correlation: “do two things vary together?”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We only need the intuition, not the formulas.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18/30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2286000" cy="86868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Galaxy A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shape direction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961120" y="1828800"/>
            <a:ext cx="2286000" cy="86868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Galaxy B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shape direction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3337560" y="2258568"/>
            <a:ext cx="5486400" cy="0"/>
          </a:xfrm>
          <a:prstGeom prst="line">
            <a:avLst/>
          </a:prstGeom>
          <a:noFill/>
          <a:ln w="19050">
            <a:solidFill>
              <a:srgbClr val="B8C3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same direction more often than random?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25880" y="4343400"/>
            <a:ext cx="9509760" cy="548640"/>
          </a:xfrm>
          <a:prstGeom prst="rect">
            <a:avLst/>
          </a:prstGeom>
          <a:solidFill>
            <a:srgbClr val="7DD3FC">
              <a:alpha val="17000"/>
            </a:srgbClr>
          </a:solidFill>
          <a:ln w="12700">
            <a:solidFill>
              <a:srgbClr val="7DD3FC">
                <a:alpha val="7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B"/>
                </a:solidFill>
              </a:rPr>
              <a:t>Correlation asks whether galaxy shapes have a shared pattern.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54480" y="5166360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8C3D9"/>
                </a:solidFill>
              </a:rPr>
              <a:t>In lensing, shared patterns can tell us about matter between us and those galaxies.</a:t>
            </a:r>
            <a:endParaRPr lang="en-US" sz="17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F02337A-FFB9-EDB5-58E0-ABCD8D80251A}"/>
                  </a:ext>
                </a:extLst>
              </p14:cNvPr>
              <p14:cNvContentPartPr/>
              <p14:nvPr/>
            </p14:nvContentPartPr>
            <p14:xfrm>
              <a:off x="1005840" y="123840"/>
              <a:ext cx="9027000" cy="63709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F02337A-FFB9-EDB5-58E0-ABCD8D80251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96480" y="114480"/>
                <a:ext cx="9045720" cy="6389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Two-point statistics, without heavy math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A “two-point” measurement compares pairs of galaxies.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19/30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 rot="900000">
            <a:off x="1828800" y="2011680"/>
            <a:ext cx="640080" cy="292608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4034" y="2137501"/>
            <a:ext cx="89611" cy="4096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900000">
            <a:off x="6766560" y="2514600"/>
            <a:ext cx="640080" cy="292608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041794" y="2640421"/>
            <a:ext cx="89611" cy="4096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212848"/>
            <a:ext cx="4114800" cy="457200"/>
          </a:xfrm>
          <a:prstGeom prst="line">
            <a:avLst/>
          </a:prstGeom>
          <a:noFill/>
          <a:ln w="254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BBF24"/>
                </a:solidFill>
              </a:rPr>
              <a:t>separation on the sky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2743200" cy="68580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7FB"/>
                </a:solidFill>
              </a:rPr>
              <a:t>Count many galaxy pairs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709160" y="4572000"/>
            <a:ext cx="2743200" cy="68580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7FB"/>
                </a:solidFill>
              </a:rPr>
              <a:t>Group by separation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503920" y="4572000"/>
            <a:ext cx="2743200" cy="68580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6EE7B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7FB"/>
                </a:solidFill>
              </a:rPr>
              <a:t>Measure shared alignment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703320" y="4919472"/>
            <a:ext cx="914400" cy="0"/>
          </a:xfrm>
          <a:prstGeom prst="line">
            <a:avLst/>
          </a:prstGeom>
          <a:noFill/>
          <a:ln w="25400">
            <a:solidFill>
              <a:srgbClr val="C084FC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98080" y="4919472"/>
            <a:ext cx="914400" cy="0"/>
          </a:xfrm>
          <a:prstGeom prst="line">
            <a:avLst/>
          </a:prstGeom>
          <a:noFill/>
          <a:ln w="25400">
            <a:solidFill>
              <a:srgbClr val="C084FC"/>
            </a:solidFill>
            <a:prstDash val="solid"/>
            <a:headEnd type="none"/>
            <a:tailEnd type="triangle"/>
          </a:ln>
        </p:spPr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CF42C155-402B-9871-4E47-C68A4A81E4B3}"/>
                  </a:ext>
                </a:extLst>
              </p14:cNvPr>
              <p14:cNvContentPartPr/>
              <p14:nvPr/>
            </p14:nvContentPartPr>
            <p14:xfrm>
              <a:off x="300240" y="461520"/>
              <a:ext cx="11868840" cy="6295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CF42C155-402B-9871-4E47-C68A4A81E4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0880" y="452160"/>
                <a:ext cx="11887560" cy="63144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Intrinsic alignment: the main complication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Galaxies can be aligned before lensing happens.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20/30</a:t>
            </a:r>
            <a:endParaRPr lang="en-US" sz="850" dirty="0"/>
          </a:p>
        </p:txBody>
      </p:sp>
      <p:pic>
        <p:nvPicPr>
          <p:cNvPr id="8" name="Image 0" descr="/mnt/data/lecture2_assets/cosmic_we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13084"/>
            <a:ext cx="5257800" cy="295751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0" y="1508760"/>
            <a:ext cx="44805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4F7FB"/>
                </a:solidFill>
              </a:rPr>
              <a:t>“Intrinsic” means built into the galaxy population itself.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400800" y="2697480"/>
            <a:ext cx="44805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B8C3D9"/>
                </a:solidFill>
              </a:rPr>
              <a:t>Galaxies form inside the same cosmic web environment.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6400800" y="3886200"/>
            <a:ext cx="44805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FBBF24"/>
                </a:solidFill>
              </a:rPr>
              <a:t>Their shapes may point in related directions even without lensing.</a:t>
            </a:r>
            <a:endParaRPr lang="en-US" sz="2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Physical reason: shared environment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Local gravity and formation history can affect galaxy orientations.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21/30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97280" y="2880360"/>
            <a:ext cx="9784080" cy="0"/>
          </a:xfrm>
          <a:prstGeom prst="line">
            <a:avLst/>
          </a:prstGeom>
          <a:noFill/>
          <a:ln w="101600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3317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78BFA"/>
                </a:solidFill>
              </a:rPr>
              <a:t>cosmic filament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371600" y="2560320"/>
            <a:ext cx="685800" cy="292608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66494" y="2686141"/>
            <a:ext cx="96012" cy="4096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2971800"/>
            <a:ext cx="685800" cy="292608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38094" y="3097621"/>
            <a:ext cx="96012" cy="4096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2651760"/>
            <a:ext cx="685800" cy="292608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84014" y="2777581"/>
            <a:ext cx="96012" cy="4096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52160" y="2971800"/>
            <a:ext cx="685800" cy="292608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47054" y="3097621"/>
            <a:ext cx="96012" cy="4096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2606040"/>
            <a:ext cx="685800" cy="292608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92974" y="2731861"/>
            <a:ext cx="96012" cy="4096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44000" y="2971800"/>
            <a:ext cx="685800" cy="292608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438894" y="3097621"/>
            <a:ext cx="96012" cy="4096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17320" y="4983480"/>
            <a:ext cx="9418320" cy="566928"/>
          </a:xfrm>
          <a:prstGeom prst="rect">
            <a:avLst/>
          </a:prstGeom>
          <a:solidFill>
            <a:srgbClr val="A78BFA">
              <a:alpha val="17000"/>
            </a:srgbClr>
          </a:solidFill>
          <a:ln w="12700">
            <a:solidFill>
              <a:srgbClr val="A78BFA">
                <a:alpha val="7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B"/>
                </a:solidFill>
              </a:rPr>
              <a:t>A shared environment can create a shared orientation.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example: galaxies in the same filament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This alignment is not caused by the light path to us.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22/30</a:t>
            </a:r>
            <a:endParaRPr lang="en-US" sz="850" dirty="0"/>
          </a:p>
        </p:txBody>
      </p:sp>
      <p:pic>
        <p:nvPicPr>
          <p:cNvPr id="8" name="Image 0" descr="/mnt/data/lecture2_assets/cosmic_we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77428"/>
            <a:ext cx="3931920" cy="221170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669280" y="2743200"/>
            <a:ext cx="5303520" cy="0"/>
          </a:xfrm>
          <a:prstGeom prst="line">
            <a:avLst/>
          </a:prstGeom>
          <a:noFill/>
          <a:ln w="101600">
            <a:solidFill>
              <a:srgbClr val="A78BFA">
                <a:alpha val="55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035040" y="2423160"/>
            <a:ext cx="594360" cy="27432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90615" y="2541118"/>
            <a:ext cx="83210" cy="3840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40880" y="2971800"/>
            <a:ext cx="594360" cy="27432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296455" y="3089758"/>
            <a:ext cx="83210" cy="3840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01000" y="2423160"/>
            <a:ext cx="594360" cy="27432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56575" y="2541118"/>
            <a:ext cx="83210" cy="3840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961120" y="2971800"/>
            <a:ext cx="594360" cy="27432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216695" y="3089758"/>
            <a:ext cx="83210" cy="3840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921240" y="2423160"/>
            <a:ext cx="594360" cy="274320"/>
          </a:xfrm>
          <a:prstGeom prst="ellipse">
            <a:avLst/>
          </a:prstGeom>
          <a:solidFill>
            <a:srgbClr val="F4F7FB">
              <a:alpha val="92000"/>
            </a:srgbClr>
          </a:solidFill>
          <a:ln w="15240">
            <a:solidFill>
              <a:srgbClr val="7DD3FC">
                <a:alpha val="82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176815" y="2541118"/>
            <a:ext cx="83210" cy="38405"/>
          </a:xfrm>
          <a:prstGeom prst="ellipse">
            <a:avLst/>
          </a:prstGeom>
          <a:solidFill>
            <a:srgbClr val="FBBF24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0" y="40690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B"/>
                </a:solidFill>
              </a:rPr>
              <a:t>same local structure → similar shape directions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943600" y="46177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8C3D9"/>
                </a:solidFill>
              </a:rPr>
              <a:t>This can happen before the light travels to the telescope.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IA is dangerous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It can look like weak lensing in the data.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23/30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005840" y="1554480"/>
            <a:ext cx="2560320" cy="86868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Lensing signal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from matter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886200"/>
            <a:ext cx="2560320" cy="86868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Intrinsic alignment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from formation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49040" y="1993392"/>
            <a:ext cx="2651760" cy="749808"/>
          </a:xfrm>
          <a:prstGeom prst="line">
            <a:avLst/>
          </a:prstGeom>
          <a:noFill/>
          <a:ln w="27940">
            <a:solidFill>
              <a:srgbClr val="7DD3FC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749040" y="4315968"/>
            <a:ext cx="2651760" cy="0"/>
          </a:xfrm>
          <a:prstGeom prst="line">
            <a:avLst/>
          </a:prstGeom>
          <a:noFill/>
          <a:ln w="2794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6629400" y="2423160"/>
            <a:ext cx="2926080" cy="100584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Observed shape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correlations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463040" y="544068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B"/>
                </a:solidFill>
              </a:rPr>
              <a:t>Same kind of measurement, mixed causes.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Contamination in one line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If IA is not modelled, cosmological conclusions can be biased.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24/30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10332720" cy="713232"/>
          </a:xfrm>
          <a:prstGeom prst="rect">
            <a:avLst/>
          </a:prstGeom>
          <a:solidFill>
            <a:srgbClr val="18213E"/>
          </a:solidFill>
          <a:ln w="17780">
            <a:solidFill>
              <a:srgbClr val="C084FC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measured pattern = true lensing pattern + IA pattern + noise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3200400"/>
            <a:ext cx="2194560" cy="73152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true lensing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4983480" y="3200400"/>
            <a:ext cx="2194560" cy="73152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IA contamination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0" y="3200400"/>
            <a:ext cx="2194560" cy="73152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FB7185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biased observation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429000" y="3566160"/>
            <a:ext cx="1371600" cy="0"/>
          </a:xfrm>
          <a:prstGeom prst="line">
            <a:avLst/>
          </a:prstGeom>
          <a:noFill/>
          <a:ln w="25400">
            <a:solidFill>
              <a:srgbClr val="B8C3D9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269480" y="3566160"/>
            <a:ext cx="1417320" cy="0"/>
          </a:xfrm>
          <a:prstGeom prst="line">
            <a:avLst/>
          </a:prstGeom>
          <a:noFill/>
          <a:ln w="25400">
            <a:solidFill>
              <a:srgbClr val="B8C3D9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1417320" y="5166360"/>
            <a:ext cx="9418320" cy="548640"/>
          </a:xfrm>
          <a:prstGeom prst="rect">
            <a:avLst/>
          </a:prstGeom>
          <a:solidFill>
            <a:srgbClr val="FB7185">
              <a:alpha val="17000"/>
            </a:srgbClr>
          </a:solidFill>
          <a:ln w="12700">
            <a:solidFill>
              <a:srgbClr val="FB7185">
                <a:alpha val="7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4F7FB"/>
                </a:solidFill>
              </a:rPr>
              <a:t>Bias means the measurement points us slightly toward the wrong answer.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terms, conceptually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Names you will see in weak-lensing papers.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25/30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2514600" cy="105156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GG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Lensing–lensing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846320" y="1920240"/>
            <a:ext cx="2514600" cy="105156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II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Intrinsic–intrinsic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823960" y="1920240"/>
            <a:ext cx="2514600" cy="105156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GI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Gravity–intrinsic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338328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7DD3FC"/>
                </a:solidFill>
              </a:rPr>
              <a:t>the signal we want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46320" y="3383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A78BFA"/>
                </a:solidFill>
              </a:rPr>
              <a:t>galaxies aligned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A78BFA"/>
                </a:solidFill>
              </a:rPr>
              <a:t>with each other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823960" y="33832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FBBF24"/>
                </a:solidFill>
              </a:rPr>
              <a:t>foreground matter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dirty="0">
                <a:solidFill>
                  <a:srgbClr val="FBBF24"/>
                </a:solidFill>
              </a:rPr>
              <a:t>related to galaxy shape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828800" y="5166360"/>
            <a:ext cx="8595360" cy="502920"/>
          </a:xfrm>
          <a:prstGeom prst="rect">
            <a:avLst/>
          </a:prstGeom>
          <a:solidFill>
            <a:srgbClr val="C084FC">
              <a:alpha val="17000"/>
            </a:srgbClr>
          </a:solidFill>
          <a:ln w="12700">
            <a:solidFill>
              <a:srgbClr val="C084FC">
                <a:alpha val="7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4F7FB"/>
                </a:solidFill>
              </a:rPr>
              <a:t>Today: learn the meaning. Later: model the curves.</a:t>
            </a:r>
            <a:endParaRPr lang="en-US" sz="21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53835AB-8499-5267-02D2-B1CC8DCDED9B}"/>
                  </a:ext>
                </a:extLst>
              </p14:cNvPr>
              <p14:cNvContentPartPr/>
              <p14:nvPr/>
            </p14:nvContentPartPr>
            <p14:xfrm>
              <a:off x="3428640" y="285120"/>
              <a:ext cx="7799760" cy="4562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53835AB-8499-5267-02D2-B1CC8DCDED9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19280" y="275760"/>
                <a:ext cx="7818480" cy="4581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future surveys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Huge datasets make tiny biases important.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26/30</a:t>
            </a:r>
            <a:endParaRPr lang="en-US" sz="850" dirty="0"/>
          </a:p>
        </p:txBody>
      </p:sp>
      <p:pic>
        <p:nvPicPr>
          <p:cNvPr id="8" name="Image 0" descr="/mnt/data/lecture2_assets/abell_dark_m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010" y="1234440"/>
            <a:ext cx="4247900" cy="4297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83680" y="1508760"/>
            <a:ext cx="2011680" cy="68580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Euclid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8961120" y="2514600"/>
            <a:ext cx="2011680" cy="68580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Rubin LSST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583680" y="3520440"/>
            <a:ext cx="2011680" cy="68580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Roman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309360" y="4828032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F4F7FB"/>
                </a:solidFill>
              </a:rPr>
              <a:t>When surveys measure millions to billions of galaxies, a small systematic effect can become scientifically important.</a:t>
            </a:r>
            <a:endParaRPr lang="en-US" sz="1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spectra become high-dimensional curves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This connects to the project’s machine-learning goal.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27/30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051560" y="5257800"/>
            <a:ext cx="4480560" cy="0"/>
          </a:xfrm>
          <a:prstGeom prst="line">
            <a:avLst/>
          </a:prstGeom>
          <a:noFill/>
          <a:ln w="19050">
            <a:solidFill>
              <a:srgbClr val="B8C3D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5257800"/>
            <a:ext cx="0" cy="0"/>
          </a:xfrm>
          <a:prstGeom prst="line">
            <a:avLst/>
          </a:prstGeom>
          <a:noFill/>
          <a:ln w="19050">
            <a:solidFill>
              <a:srgbClr val="B8C3D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43000" y="4754880"/>
            <a:ext cx="594360" cy="0"/>
          </a:xfrm>
          <a:prstGeom prst="line">
            <a:avLst/>
          </a:prstGeom>
          <a:noFill/>
          <a:ln w="30480">
            <a:solidFill>
              <a:srgbClr val="7DD3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37360" y="4297680"/>
            <a:ext cx="640080" cy="0"/>
          </a:xfrm>
          <a:prstGeom prst="line">
            <a:avLst/>
          </a:prstGeom>
          <a:noFill/>
          <a:ln w="30480">
            <a:solidFill>
              <a:srgbClr val="7DD3F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0" y="3840480"/>
            <a:ext cx="640080" cy="0"/>
          </a:xfrm>
          <a:prstGeom prst="line">
            <a:avLst/>
          </a:prstGeom>
          <a:noFill/>
          <a:ln w="30480">
            <a:solidFill>
              <a:srgbClr val="7DD3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17520" y="3456432"/>
            <a:ext cx="731520" cy="0"/>
          </a:xfrm>
          <a:prstGeom prst="line">
            <a:avLst/>
          </a:prstGeom>
          <a:noFill/>
          <a:ln w="30480">
            <a:solidFill>
              <a:srgbClr val="7DD3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49040" y="3063240"/>
            <a:ext cx="1417320" cy="0"/>
          </a:xfrm>
          <a:prstGeom prst="line">
            <a:avLst/>
          </a:prstGeom>
          <a:noFill/>
          <a:ln w="30480">
            <a:solidFill>
              <a:srgbClr val="7DD3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43000" y="4297680"/>
            <a:ext cx="594360" cy="0"/>
          </a:xfrm>
          <a:prstGeom prst="line">
            <a:avLst/>
          </a:prstGeom>
          <a:noFill/>
          <a:ln w="3048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4069080"/>
            <a:ext cx="640080" cy="0"/>
          </a:xfrm>
          <a:prstGeom prst="line">
            <a:avLst/>
          </a:prstGeom>
          <a:noFill/>
          <a:ln w="30480">
            <a:solidFill>
              <a:srgbClr val="A78B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0" y="3657600"/>
            <a:ext cx="640080" cy="0"/>
          </a:xfrm>
          <a:prstGeom prst="line">
            <a:avLst/>
          </a:prstGeom>
          <a:noFill/>
          <a:ln w="30480">
            <a:solidFill>
              <a:srgbClr val="A78B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17520" y="2971800"/>
            <a:ext cx="731520" cy="0"/>
          </a:xfrm>
          <a:prstGeom prst="line">
            <a:avLst/>
          </a:prstGeom>
          <a:noFill/>
          <a:ln w="30480">
            <a:solidFill>
              <a:srgbClr val="A78BF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2606040"/>
            <a:ext cx="1417320" cy="0"/>
          </a:xfrm>
          <a:prstGeom prst="line">
            <a:avLst/>
          </a:prstGeom>
          <a:noFill/>
          <a:ln w="3048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43000" y="4937760"/>
            <a:ext cx="594360" cy="0"/>
          </a:xfrm>
          <a:prstGeom prst="line">
            <a:avLst/>
          </a:prstGeom>
          <a:noFill/>
          <a:ln w="3048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737360" y="4572000"/>
            <a:ext cx="640080" cy="0"/>
          </a:xfrm>
          <a:prstGeom prst="line">
            <a:avLst/>
          </a:prstGeom>
          <a:noFill/>
          <a:ln w="30480">
            <a:solidFill>
              <a:srgbClr val="FBBF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0" y="4160520"/>
            <a:ext cx="640080" cy="0"/>
          </a:xfrm>
          <a:prstGeom prst="line">
            <a:avLst/>
          </a:prstGeom>
          <a:noFill/>
          <a:ln w="30480">
            <a:solidFill>
              <a:srgbClr val="FBBF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17520" y="3840480"/>
            <a:ext cx="731520" cy="0"/>
          </a:xfrm>
          <a:prstGeom prst="line">
            <a:avLst/>
          </a:prstGeom>
          <a:noFill/>
          <a:ln w="30480">
            <a:solidFill>
              <a:srgbClr val="FBBF2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749040" y="3520440"/>
            <a:ext cx="1417320" cy="0"/>
          </a:xfrm>
          <a:prstGeom prst="line">
            <a:avLst/>
          </a:prstGeom>
          <a:noFill/>
          <a:ln w="3048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77440" y="54681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8C3D9"/>
                </a:solidFill>
              </a:rPr>
              <a:t>scale / multipole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 rot="16200000">
            <a:off x="594360" y="288036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C3D9"/>
                </a:solidFill>
              </a:rPr>
              <a:t>IA signal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00800" y="1554480"/>
            <a:ext cx="4023360" cy="73152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Each curve can have many numbers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400800" y="2834640"/>
            <a:ext cx="4023360" cy="73152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Parameters change the curve shape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400800" y="4114800"/>
            <a:ext cx="4023360" cy="86868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6EE7B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F7FB"/>
                </a:solidFill>
              </a:rPr>
              <a:t>ML compression tries to keep the important information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Bridge to Lecture 3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How do we turn the science into a machine-learning task?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28/30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868680" y="2331720"/>
            <a:ext cx="2194560" cy="91440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IA spectra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curves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657600" y="2331720"/>
            <a:ext cx="2194560" cy="91440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High-dimensional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vectors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446520" y="2331720"/>
            <a:ext cx="2194560" cy="91440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Compression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objective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235440" y="2331720"/>
            <a:ext cx="2194560" cy="91440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6EE7B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Latent space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F4F7FB"/>
                </a:solidFill>
              </a:rPr>
              <a:t>representation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3108960" y="2788920"/>
            <a:ext cx="457200" cy="0"/>
          </a:xfrm>
          <a:prstGeom prst="line">
            <a:avLst/>
          </a:prstGeom>
          <a:noFill/>
          <a:ln w="27940">
            <a:solidFill>
              <a:srgbClr val="C084FC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897880" y="2788920"/>
            <a:ext cx="457200" cy="0"/>
          </a:xfrm>
          <a:prstGeom prst="line">
            <a:avLst/>
          </a:prstGeom>
          <a:noFill/>
          <a:ln w="27940">
            <a:solidFill>
              <a:srgbClr val="C084F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686800" y="2788920"/>
            <a:ext cx="457200" cy="0"/>
          </a:xfrm>
          <a:prstGeom prst="line">
            <a:avLst/>
          </a:prstGeom>
          <a:noFill/>
          <a:ln w="27940">
            <a:solidFill>
              <a:srgbClr val="C084F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2057400" y="4800600"/>
            <a:ext cx="8092440" cy="594360"/>
          </a:xfrm>
          <a:prstGeom prst="rect">
            <a:avLst/>
          </a:prstGeom>
          <a:solidFill>
            <a:srgbClr val="C084FC">
              <a:alpha val="17000"/>
            </a:srgbClr>
          </a:solidFill>
          <a:ln w="12700">
            <a:solidFill>
              <a:srgbClr val="C084FC">
                <a:alpha val="7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F4F7FB"/>
                </a:solidFill>
              </a:rPr>
              <a:t>Next: From science question to ML task</a:t>
            </a:r>
            <a:endParaRPr lang="en-US" sz="2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Quick check: 5 questions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Use this to test understanding before the assignment.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29/30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1234440"/>
            <a:ext cx="1188720" cy="292608"/>
          </a:xfrm>
          <a:prstGeom prst="rect">
            <a:avLst/>
          </a:prstGeom>
          <a:solidFill>
            <a:srgbClr val="6EE7B7">
              <a:alpha val="15000"/>
            </a:srgbClr>
          </a:solidFill>
          <a:ln w="12700">
            <a:solidFill>
              <a:srgbClr val="6EE7B7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7B7"/>
                </a:solidFill>
              </a:rPr>
              <a:t>Easy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48840" y="1216152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4F7FB"/>
                </a:solidFill>
              </a:rPr>
              <a:t>1. What does gravitational lensing do to light?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2057400"/>
            <a:ext cx="1188720" cy="292608"/>
          </a:xfrm>
          <a:prstGeom prst="rect">
            <a:avLst/>
          </a:prstGeom>
          <a:solidFill>
            <a:srgbClr val="6EE7B7">
              <a:alpha val="15000"/>
            </a:srgbClr>
          </a:solidFill>
          <a:ln w="12700">
            <a:solidFill>
              <a:srgbClr val="6EE7B7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EE7B7"/>
                </a:solidFill>
              </a:rPr>
              <a:t>Easy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48840" y="2039112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4F7FB"/>
                </a:solidFill>
              </a:rPr>
              <a:t>2. Why is weak lensing harder to see than strong lensing?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2880360"/>
            <a:ext cx="1188720" cy="292608"/>
          </a:xfrm>
          <a:prstGeom prst="rect">
            <a:avLst/>
          </a:prstGeom>
          <a:solidFill>
            <a:srgbClr val="7DD3FC">
              <a:alpha val="15000"/>
            </a:srgbClr>
          </a:solidFill>
          <a:ln w="12700">
            <a:solidFill>
              <a:srgbClr val="7DD3FC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3FC"/>
                </a:solidFill>
              </a:rPr>
              <a:t>Medium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48840" y="2862072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4F7FB"/>
                </a:solidFill>
              </a:rPr>
              <a:t>3. Why do we need many galaxies to measure weak lensing?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31520" y="3703320"/>
            <a:ext cx="1188720" cy="292608"/>
          </a:xfrm>
          <a:prstGeom prst="rect">
            <a:avLst/>
          </a:prstGeom>
          <a:solidFill>
            <a:srgbClr val="7DD3FC">
              <a:alpha val="15000"/>
            </a:srgbClr>
          </a:solidFill>
          <a:ln w="12700">
            <a:solidFill>
              <a:srgbClr val="7DD3FC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DD3FC"/>
                </a:solidFill>
              </a:rPr>
              <a:t>Medium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148840" y="3685032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4F7FB"/>
                </a:solidFill>
              </a:rPr>
              <a:t>4. What does intrinsic alignment mean?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31520" y="4526280"/>
            <a:ext cx="1188720" cy="292608"/>
          </a:xfrm>
          <a:prstGeom prst="rect">
            <a:avLst/>
          </a:prstGeom>
          <a:solidFill>
            <a:srgbClr val="FB7185">
              <a:alpha val="15000"/>
            </a:srgbClr>
          </a:solidFill>
          <a:ln w="12700">
            <a:solidFill>
              <a:srgbClr val="FB7185">
                <a:alpha val="70000"/>
              </a:srgbClr>
            </a:solidFill>
          </a:ln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B7185"/>
                </a:solidFill>
              </a:rPr>
              <a:t>Difficult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148840" y="4507992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4F7FB"/>
                </a:solidFill>
              </a:rPr>
              <a:t>5. Why can intrinsic alignment bias weak-lensing measurements?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565099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B8C3D9"/>
                </a:solidFill>
              </a:rPr>
              <a:t>Suggested timing: 5 minutes individual thinking + 5 minutes discussion.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90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084FC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92608"/>
            <a:ext cx="11201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4F7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Assignment: draw the concept diagram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822960"/>
            <a:ext cx="1828800" cy="0"/>
          </a:xfrm>
          <a:prstGeom prst="line">
            <a:avLst/>
          </a:prstGeom>
          <a:noFill/>
          <a:ln w="25400">
            <a:solidFill>
              <a:srgbClr val="7DD3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961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C3D9"/>
                </a:solidFill>
              </a:rPr>
              <a:t>Link lensing, galaxy shapes, and IA contamination.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155680" y="64190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7C89A8"/>
                </a:solidFill>
              </a:rPr>
              <a:t>30/30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77240" y="1920240"/>
            <a:ext cx="1920240" cy="77724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FBBF2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7FB"/>
                </a:solidFill>
              </a:rPr>
              <a:t>Matter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4F7FB"/>
                </a:solidFill>
              </a:rPr>
              <a:t>foreground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337560" y="1920240"/>
            <a:ext cx="1920240" cy="77724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7DD3F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7FB"/>
                </a:solidFill>
              </a:rPr>
              <a:t>Lensing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4F7FB"/>
                </a:solidFill>
              </a:rPr>
              <a:t>distortion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897880" y="2697480"/>
            <a:ext cx="1920240" cy="77724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6EE7B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7FB"/>
                </a:solidFill>
              </a:rPr>
              <a:t>Observed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4F7FB"/>
                </a:solidFill>
              </a:rPr>
              <a:t>shape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4389120"/>
            <a:ext cx="1920240" cy="77724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7FB"/>
                </a:solidFill>
              </a:rPr>
              <a:t>Formation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4F7FB"/>
                </a:solidFill>
              </a:rPr>
              <a:t>environment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37560" y="4389120"/>
            <a:ext cx="1920240" cy="777240"/>
          </a:xfrm>
          <a:prstGeom prst="rect">
            <a:avLst/>
          </a:prstGeom>
          <a:solidFill>
            <a:srgbClr val="16213E">
              <a:alpha val="88000"/>
            </a:srgbClr>
          </a:solidFill>
          <a:ln w="17780">
            <a:solidFill>
              <a:srgbClr val="A78BF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4F7FB"/>
                </a:solidFill>
              </a:rPr>
              <a:t>Intrinsic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F4F7FB"/>
                </a:solidFill>
              </a:rPr>
              <a:t>alignment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2697480" y="2304288"/>
            <a:ext cx="548640" cy="0"/>
          </a:xfrm>
          <a:prstGeom prst="line">
            <a:avLst/>
          </a:prstGeom>
          <a:noFill/>
          <a:ln w="27940">
            <a:solidFill>
              <a:srgbClr val="7DD3F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257800" y="2304288"/>
            <a:ext cx="548640" cy="484632"/>
          </a:xfrm>
          <a:prstGeom prst="line">
            <a:avLst/>
          </a:prstGeom>
          <a:noFill/>
          <a:ln w="27940">
            <a:solidFill>
              <a:srgbClr val="7DD3FC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697480" y="4773168"/>
            <a:ext cx="548640" cy="0"/>
          </a:xfrm>
          <a:prstGeom prst="line">
            <a:avLst/>
          </a:prstGeom>
          <a:noFill/>
          <a:ln w="2794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57800" y="4773168"/>
            <a:ext cx="548640" cy="0"/>
          </a:xfrm>
          <a:prstGeom prst="line">
            <a:avLst/>
          </a:prstGeom>
          <a:noFill/>
          <a:ln w="27940">
            <a:solidFill>
              <a:srgbClr val="A78BFA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8183880" y="187452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F4F7FB"/>
                </a:solidFill>
              </a:rPr>
              <a:t>Your diagram should show two paths into the observed galaxy shape: one from lensing, one from IA.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138160" y="37490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B8C3D9"/>
                </a:solidFill>
              </a:rPr>
              <a:t>Add 3–5 short labels and one sentence explaining why IA is a systematic error.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5715000"/>
            <a:ext cx="10378440" cy="502920"/>
          </a:xfrm>
          <a:prstGeom prst="rect">
            <a:avLst/>
          </a:prstGeom>
          <a:solidFill>
            <a:srgbClr val="C084FC">
              <a:alpha val="17000"/>
            </a:srgbClr>
          </a:solidFill>
          <a:ln w="12700">
            <a:solidFill>
              <a:srgbClr val="C084FC">
                <a:alpha val="70000"/>
              </a:srgbClr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F7FB"/>
                </a:solidFill>
              </a:rPr>
              <a:t>Deliverable: one clear concept map + 150–200 word explanation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562</TotalTime>
  <Words>1822</Words>
  <Application>Microsoft Macintosh PowerPoint</Application>
  <PresentationFormat>Widescreen</PresentationFormat>
  <Paragraphs>318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IAFlowCloud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2: Weak Lensing and Intrinsic Alignments</dc:title>
  <dc:subject>Lecture 2: Weak Lensing and Intrinsic Alignments</dc:subject>
  <dc:creator>OpenAI</dc:creator>
  <cp:lastModifiedBy>Yunhao Zhang</cp:lastModifiedBy>
  <cp:revision>4</cp:revision>
  <dcterms:created xsi:type="dcterms:W3CDTF">2026-07-09T06:16:14Z</dcterms:created>
  <dcterms:modified xsi:type="dcterms:W3CDTF">2026-07-10T13:20:05Z</dcterms:modified>
</cp:coreProperties>
</file>